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3" r:id="rId1"/>
  </p:sldMasterIdLst>
  <p:notesMasterIdLst>
    <p:notesMasterId r:id="rId15"/>
  </p:notesMasterIdLst>
  <p:sldIdLst>
    <p:sldId id="256" r:id="rId2"/>
    <p:sldId id="278" r:id="rId3"/>
    <p:sldId id="258" r:id="rId4"/>
    <p:sldId id="262" r:id="rId5"/>
    <p:sldId id="377" r:id="rId6"/>
    <p:sldId id="375" r:id="rId7"/>
    <p:sldId id="378" r:id="rId8"/>
    <p:sldId id="379" r:id="rId9"/>
    <p:sldId id="277" r:id="rId10"/>
    <p:sldId id="380" r:id="rId11"/>
    <p:sldId id="381" r:id="rId12"/>
    <p:sldId id="257" r:id="rId13"/>
    <p:sldId id="268" r:id="rId14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34A"/>
    <a:srgbClr val="AB0420"/>
    <a:srgbClr val="AB0520"/>
    <a:srgbClr val="0C234B"/>
    <a:srgbClr val="E2E9EB"/>
    <a:srgbClr val="81D3EB"/>
    <a:srgbClr val="1D5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830"/>
  </p:normalViewPr>
  <p:slideViewPr>
    <p:cSldViewPr>
      <p:cViewPr>
        <p:scale>
          <a:sx n="35" d="100"/>
          <a:sy n="35" d="100"/>
        </p:scale>
        <p:origin x="119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C3F89-9EEE-3E45-AE7F-64ACDFA01E6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6C6A7-05C4-6849-9926-86C22E11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6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6C6A7-05C4-6849-9926-86C22E1164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9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8489D8B0-91B2-1B41-8276-AE35CA7D0195}"/>
              </a:ext>
            </a:extLst>
          </p:cNvPr>
          <p:cNvSpPr/>
          <p:nvPr/>
        </p:nvSpPr>
        <p:spPr>
          <a:xfrm>
            <a:off x="8356958" y="0"/>
            <a:ext cx="9931400" cy="10287000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654DC64-9691-474A-9C55-DF8F3E492AE5}"/>
              </a:ext>
            </a:extLst>
          </p:cNvPr>
          <p:cNvSpPr/>
          <p:nvPr/>
        </p:nvSpPr>
        <p:spPr>
          <a:xfrm>
            <a:off x="0" y="0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8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8"/>
                </a:lnTo>
                <a:lnTo>
                  <a:pt x="0" y="10286998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FC7533A-301F-C943-893E-9C2835327E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DC7E334-2DE0-4240-9F90-99E7A2F669D9}"/>
              </a:ext>
            </a:extLst>
          </p:cNvPr>
          <p:cNvSpPr/>
          <p:nvPr userDrawn="1"/>
        </p:nvSpPr>
        <p:spPr>
          <a:xfrm>
            <a:off x="8356958" y="0"/>
            <a:ext cx="9931400" cy="10287000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476AAEC-C989-E94D-8930-F17A05A8F654}"/>
              </a:ext>
            </a:extLst>
          </p:cNvPr>
          <p:cNvSpPr/>
          <p:nvPr userDrawn="1"/>
        </p:nvSpPr>
        <p:spPr>
          <a:xfrm>
            <a:off x="0" y="0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8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8"/>
                </a:lnTo>
                <a:lnTo>
                  <a:pt x="0" y="10286998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AEFBE1C-DE52-7D4A-BD2E-D5C0EAF794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2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9EC7F6FC-8C17-7944-97E1-591457593D14}"/>
              </a:ext>
            </a:extLst>
          </p:cNvPr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3A0462-D5A9-7244-9A95-E7CFDFD19696}"/>
              </a:ext>
            </a:extLst>
          </p:cNvPr>
          <p:cNvSpPr/>
          <p:nvPr/>
        </p:nvSpPr>
        <p:spPr>
          <a:xfrm>
            <a:off x="0" y="0"/>
            <a:ext cx="7936865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endParaRPr lang="en-US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5BCED2B4-9C62-1741-850A-BB0C9F2FF04B}"/>
              </a:ext>
            </a:extLst>
          </p:cNvPr>
          <p:cNvSpPr/>
          <p:nvPr/>
        </p:nvSpPr>
        <p:spPr>
          <a:xfrm>
            <a:off x="7937278" y="1"/>
            <a:ext cx="10351135" cy="4582795"/>
          </a:xfrm>
          <a:custGeom>
            <a:avLst/>
            <a:gdLst/>
            <a:ahLst/>
            <a:cxnLst/>
            <a:rect l="l" t="t" r="r" b="b"/>
            <a:pathLst>
              <a:path w="10351135" h="4582795">
                <a:moveTo>
                  <a:pt x="10350721" y="4582329"/>
                </a:moveTo>
                <a:lnTo>
                  <a:pt x="0" y="4582329"/>
                </a:lnTo>
                <a:lnTo>
                  <a:pt x="0" y="0"/>
                </a:lnTo>
                <a:lnTo>
                  <a:pt x="10350721" y="0"/>
                </a:lnTo>
                <a:lnTo>
                  <a:pt x="10350721" y="458232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24AF3BA-2B73-1347-AD9B-CF9907788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3ECD28EB-0F79-8747-979A-E7557DBDECF7}"/>
              </a:ext>
            </a:extLst>
          </p:cNvPr>
          <p:cNvSpPr/>
          <p:nvPr userDrawn="1"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63EE6-1C89-794D-BD00-6AC836FBC555}"/>
              </a:ext>
            </a:extLst>
          </p:cNvPr>
          <p:cNvSpPr/>
          <p:nvPr userDrawn="1"/>
        </p:nvSpPr>
        <p:spPr>
          <a:xfrm>
            <a:off x="0" y="0"/>
            <a:ext cx="7936865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6994419A-7EB6-4E49-8B48-8826EEB24F32}"/>
              </a:ext>
            </a:extLst>
          </p:cNvPr>
          <p:cNvSpPr/>
          <p:nvPr userDrawn="1"/>
        </p:nvSpPr>
        <p:spPr>
          <a:xfrm>
            <a:off x="7937278" y="1"/>
            <a:ext cx="10351135" cy="4582795"/>
          </a:xfrm>
          <a:custGeom>
            <a:avLst/>
            <a:gdLst/>
            <a:ahLst/>
            <a:cxnLst/>
            <a:rect l="l" t="t" r="r" b="b"/>
            <a:pathLst>
              <a:path w="10351135" h="4582795">
                <a:moveTo>
                  <a:pt x="10350721" y="4582329"/>
                </a:moveTo>
                <a:lnTo>
                  <a:pt x="0" y="4582329"/>
                </a:lnTo>
                <a:lnTo>
                  <a:pt x="0" y="0"/>
                </a:lnTo>
                <a:lnTo>
                  <a:pt x="10350721" y="0"/>
                </a:lnTo>
                <a:lnTo>
                  <a:pt x="10350721" y="458232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733080A3-0B6D-864E-84BC-2266D602AB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6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3EE0907E-A8AC-4847-8321-82CCBB04414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63E3A-D571-AB49-937F-6846F4E57CED}"/>
              </a:ext>
            </a:extLst>
          </p:cNvPr>
          <p:cNvSpPr/>
          <p:nvPr/>
        </p:nvSpPr>
        <p:spPr>
          <a:xfrm>
            <a:off x="0" y="0"/>
            <a:ext cx="4260713" cy="1028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C0AAA4A-44AF-9944-84ED-5D784BAD3C43}"/>
              </a:ext>
            </a:extLst>
          </p:cNvPr>
          <p:cNvSpPr/>
          <p:nvPr/>
        </p:nvSpPr>
        <p:spPr>
          <a:xfrm>
            <a:off x="4260713" y="1028700"/>
            <a:ext cx="13001625" cy="1447800"/>
          </a:xfrm>
          <a:custGeom>
            <a:avLst/>
            <a:gdLst/>
            <a:ahLst/>
            <a:cxnLst/>
            <a:rect l="l" t="t" r="r" b="b"/>
            <a:pathLst>
              <a:path w="13001625" h="1447800">
                <a:moveTo>
                  <a:pt x="13001623" y="1447799"/>
                </a:moveTo>
                <a:lnTo>
                  <a:pt x="0" y="1447799"/>
                </a:lnTo>
                <a:lnTo>
                  <a:pt x="0" y="0"/>
                </a:lnTo>
                <a:lnTo>
                  <a:pt x="13001623" y="0"/>
                </a:lnTo>
                <a:lnTo>
                  <a:pt x="13001623" y="14477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A6F8AB2-0573-A04E-91E0-8DC43EDEAD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924A8C80-5124-004E-872E-26C3D570BD33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1FE06-B9F2-F34D-8614-5B2981614BF0}"/>
              </a:ext>
            </a:extLst>
          </p:cNvPr>
          <p:cNvSpPr/>
          <p:nvPr userDrawn="1"/>
        </p:nvSpPr>
        <p:spPr>
          <a:xfrm>
            <a:off x="0" y="0"/>
            <a:ext cx="4260713" cy="1028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FA8297E2-E885-774F-A472-C438097E4798}"/>
              </a:ext>
            </a:extLst>
          </p:cNvPr>
          <p:cNvSpPr/>
          <p:nvPr userDrawn="1"/>
        </p:nvSpPr>
        <p:spPr>
          <a:xfrm>
            <a:off x="4260713" y="1028700"/>
            <a:ext cx="13001625" cy="1447800"/>
          </a:xfrm>
          <a:custGeom>
            <a:avLst/>
            <a:gdLst/>
            <a:ahLst/>
            <a:cxnLst/>
            <a:rect l="l" t="t" r="r" b="b"/>
            <a:pathLst>
              <a:path w="13001625" h="1447800">
                <a:moveTo>
                  <a:pt x="13001623" y="1447799"/>
                </a:moveTo>
                <a:lnTo>
                  <a:pt x="0" y="1447799"/>
                </a:lnTo>
                <a:lnTo>
                  <a:pt x="0" y="0"/>
                </a:lnTo>
                <a:lnTo>
                  <a:pt x="13001623" y="0"/>
                </a:lnTo>
                <a:lnTo>
                  <a:pt x="13001623" y="14477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D3789C7D-FD8A-5547-A5B3-EA68D5CC49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4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19AF54F-075F-FF46-8772-069185BE6901}"/>
              </a:ext>
            </a:extLst>
          </p:cNvPr>
          <p:cNvSpPr/>
          <p:nvPr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0FA886B-C26D-C044-A54D-29B866EFF6A2}"/>
              </a:ext>
            </a:extLst>
          </p:cNvPr>
          <p:cNvSpPr txBox="1"/>
          <p:nvPr/>
        </p:nvSpPr>
        <p:spPr>
          <a:xfrm>
            <a:off x="1016000" y="9413147"/>
            <a:ext cx="2559685" cy="2997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800" spc="-75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1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800" spc="-7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75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spc="-7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Arizona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94AE4D5-3051-0F4C-A2AA-E27913D06382}"/>
              </a:ext>
            </a:extLst>
          </p:cNvPr>
          <p:cNvSpPr/>
          <p:nvPr/>
        </p:nvSpPr>
        <p:spPr>
          <a:xfrm>
            <a:off x="1028700" y="9228780"/>
            <a:ext cx="16230600" cy="28575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F9809E4-D569-0942-8426-B781571A7513}"/>
              </a:ext>
            </a:extLst>
          </p:cNvPr>
          <p:cNvSpPr/>
          <p:nvPr/>
        </p:nvSpPr>
        <p:spPr>
          <a:xfrm>
            <a:off x="0" y="2"/>
            <a:ext cx="10332085" cy="4582795"/>
          </a:xfrm>
          <a:custGeom>
            <a:avLst/>
            <a:gdLst/>
            <a:ahLst/>
            <a:cxnLst/>
            <a:rect l="l" t="t" r="r" b="b"/>
            <a:pathLst>
              <a:path w="10332085" h="4582795">
                <a:moveTo>
                  <a:pt x="0" y="0"/>
                </a:moveTo>
                <a:lnTo>
                  <a:pt x="10331905" y="0"/>
                </a:lnTo>
                <a:lnTo>
                  <a:pt x="10331905" y="4582328"/>
                </a:lnTo>
                <a:lnTo>
                  <a:pt x="0" y="4582328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2953E-7482-ED49-9393-5DC021B86151}"/>
              </a:ext>
            </a:extLst>
          </p:cNvPr>
          <p:cNvSpPr/>
          <p:nvPr/>
        </p:nvSpPr>
        <p:spPr>
          <a:xfrm>
            <a:off x="10332085" y="0"/>
            <a:ext cx="7946390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187AB533-37DA-3345-AFEB-DD582EB9E546}"/>
              </a:ext>
            </a:extLst>
          </p:cNvPr>
          <p:cNvSpPr/>
          <p:nvPr userDrawn="1"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F9230B3D-3D5A-094D-A994-BA7DCCDE8ABA}"/>
              </a:ext>
            </a:extLst>
          </p:cNvPr>
          <p:cNvSpPr txBox="1"/>
          <p:nvPr userDrawn="1"/>
        </p:nvSpPr>
        <p:spPr>
          <a:xfrm>
            <a:off x="1016000" y="9413147"/>
            <a:ext cx="2559685" cy="2997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800" spc="-75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1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800" spc="-7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75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spc="-7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Arizona</a:t>
            </a: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712A1C3F-65CC-214B-AFA4-ABC6F6C21954}"/>
              </a:ext>
            </a:extLst>
          </p:cNvPr>
          <p:cNvSpPr/>
          <p:nvPr userDrawn="1"/>
        </p:nvSpPr>
        <p:spPr>
          <a:xfrm>
            <a:off x="1028700" y="9228780"/>
            <a:ext cx="16230600" cy="28575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09A1CFA1-4487-484B-8B4B-250A30DFFC48}"/>
              </a:ext>
            </a:extLst>
          </p:cNvPr>
          <p:cNvSpPr/>
          <p:nvPr userDrawn="1"/>
        </p:nvSpPr>
        <p:spPr>
          <a:xfrm>
            <a:off x="0" y="2"/>
            <a:ext cx="10332085" cy="4582795"/>
          </a:xfrm>
          <a:custGeom>
            <a:avLst/>
            <a:gdLst/>
            <a:ahLst/>
            <a:cxnLst/>
            <a:rect l="l" t="t" r="r" b="b"/>
            <a:pathLst>
              <a:path w="10332085" h="4582795">
                <a:moveTo>
                  <a:pt x="0" y="0"/>
                </a:moveTo>
                <a:lnTo>
                  <a:pt x="10331905" y="0"/>
                </a:lnTo>
                <a:lnTo>
                  <a:pt x="10331905" y="4582328"/>
                </a:lnTo>
                <a:lnTo>
                  <a:pt x="0" y="4582328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00C04F-60A7-E945-9CC1-D45002FB6362}"/>
              </a:ext>
            </a:extLst>
          </p:cNvPr>
          <p:cNvSpPr/>
          <p:nvPr userDrawn="1"/>
        </p:nvSpPr>
        <p:spPr>
          <a:xfrm>
            <a:off x="10332085" y="0"/>
            <a:ext cx="7946390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8B2CC98-4E6B-CE45-B796-C62A1890F4F1}"/>
              </a:ext>
            </a:extLst>
          </p:cNvPr>
          <p:cNvSpPr/>
          <p:nvPr/>
        </p:nvSpPr>
        <p:spPr>
          <a:xfrm>
            <a:off x="0" y="3476398"/>
            <a:ext cx="18288000" cy="6811009"/>
          </a:xfrm>
          <a:custGeom>
            <a:avLst/>
            <a:gdLst/>
            <a:ahLst/>
            <a:cxnLst/>
            <a:rect l="l" t="t" r="r" b="b"/>
            <a:pathLst>
              <a:path w="18288000" h="6811009">
                <a:moveTo>
                  <a:pt x="0" y="6810600"/>
                </a:moveTo>
                <a:lnTo>
                  <a:pt x="18287998" y="6810600"/>
                </a:lnTo>
                <a:lnTo>
                  <a:pt x="18287998" y="0"/>
                </a:lnTo>
                <a:lnTo>
                  <a:pt x="0" y="0"/>
                </a:lnTo>
                <a:lnTo>
                  <a:pt x="0" y="6810600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77E45F6-F50A-FE46-B9F2-4463B0E9B4B8}"/>
              </a:ext>
            </a:extLst>
          </p:cNvPr>
          <p:cNvSpPr/>
          <p:nvPr/>
        </p:nvSpPr>
        <p:spPr>
          <a:xfrm>
            <a:off x="0" y="0"/>
            <a:ext cx="18288000" cy="3476625"/>
          </a:xfrm>
          <a:custGeom>
            <a:avLst/>
            <a:gdLst/>
            <a:ahLst/>
            <a:cxnLst/>
            <a:rect l="l" t="t" r="r" b="b"/>
            <a:pathLst>
              <a:path w="18288000" h="3476625">
                <a:moveTo>
                  <a:pt x="0" y="0"/>
                </a:moveTo>
                <a:lnTo>
                  <a:pt x="18287999" y="0"/>
                </a:lnTo>
                <a:lnTo>
                  <a:pt x="18287999" y="3476398"/>
                </a:lnTo>
                <a:lnTo>
                  <a:pt x="0" y="3476398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49EE0DB-F39A-804B-889A-B18F8DAC1F6C}"/>
              </a:ext>
            </a:extLst>
          </p:cNvPr>
          <p:cNvSpPr/>
          <p:nvPr/>
        </p:nvSpPr>
        <p:spPr>
          <a:xfrm>
            <a:off x="1031227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51D5CC3-3CB4-EE45-A2B5-6B9BE08536E0}"/>
              </a:ext>
            </a:extLst>
          </p:cNvPr>
          <p:cNvSpPr/>
          <p:nvPr/>
        </p:nvSpPr>
        <p:spPr>
          <a:xfrm>
            <a:off x="6701848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E4E8A1A9-4103-BA4F-80AC-8C5AE1920607}"/>
              </a:ext>
            </a:extLst>
          </p:cNvPr>
          <p:cNvSpPr/>
          <p:nvPr/>
        </p:nvSpPr>
        <p:spPr>
          <a:xfrm>
            <a:off x="12369889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156059-1B3B-424B-BCA2-2CE246C9E2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44A73784-3A6C-B741-BF0B-CA2263B0E23F}"/>
              </a:ext>
            </a:extLst>
          </p:cNvPr>
          <p:cNvSpPr/>
          <p:nvPr userDrawn="1"/>
        </p:nvSpPr>
        <p:spPr>
          <a:xfrm>
            <a:off x="0" y="3476398"/>
            <a:ext cx="18288000" cy="6811009"/>
          </a:xfrm>
          <a:custGeom>
            <a:avLst/>
            <a:gdLst/>
            <a:ahLst/>
            <a:cxnLst/>
            <a:rect l="l" t="t" r="r" b="b"/>
            <a:pathLst>
              <a:path w="18288000" h="6811009">
                <a:moveTo>
                  <a:pt x="0" y="6810600"/>
                </a:moveTo>
                <a:lnTo>
                  <a:pt x="18287998" y="6810600"/>
                </a:lnTo>
                <a:lnTo>
                  <a:pt x="18287998" y="0"/>
                </a:lnTo>
                <a:lnTo>
                  <a:pt x="0" y="0"/>
                </a:lnTo>
                <a:lnTo>
                  <a:pt x="0" y="6810600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8140409-F891-1C46-8D04-F454BC4B148B}"/>
              </a:ext>
            </a:extLst>
          </p:cNvPr>
          <p:cNvSpPr/>
          <p:nvPr userDrawn="1"/>
        </p:nvSpPr>
        <p:spPr>
          <a:xfrm>
            <a:off x="0" y="0"/>
            <a:ext cx="18288000" cy="3476625"/>
          </a:xfrm>
          <a:custGeom>
            <a:avLst/>
            <a:gdLst/>
            <a:ahLst/>
            <a:cxnLst/>
            <a:rect l="l" t="t" r="r" b="b"/>
            <a:pathLst>
              <a:path w="18288000" h="3476625">
                <a:moveTo>
                  <a:pt x="0" y="0"/>
                </a:moveTo>
                <a:lnTo>
                  <a:pt x="18287999" y="0"/>
                </a:lnTo>
                <a:lnTo>
                  <a:pt x="18287999" y="3476398"/>
                </a:lnTo>
                <a:lnTo>
                  <a:pt x="0" y="3476398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0FA04447-C68B-5549-8797-C53D029DA86B}"/>
              </a:ext>
            </a:extLst>
          </p:cNvPr>
          <p:cNvSpPr/>
          <p:nvPr userDrawn="1"/>
        </p:nvSpPr>
        <p:spPr>
          <a:xfrm>
            <a:off x="1031227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DEABB5FC-CE4A-584E-B9C9-E75A8CAB7FC1}"/>
              </a:ext>
            </a:extLst>
          </p:cNvPr>
          <p:cNvSpPr/>
          <p:nvPr userDrawn="1"/>
        </p:nvSpPr>
        <p:spPr>
          <a:xfrm>
            <a:off x="6701848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65E1F3E4-F716-6F48-BF5A-ECB48B37C63C}"/>
              </a:ext>
            </a:extLst>
          </p:cNvPr>
          <p:cNvSpPr/>
          <p:nvPr userDrawn="1"/>
        </p:nvSpPr>
        <p:spPr>
          <a:xfrm>
            <a:off x="12369889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029FD5AB-3709-0248-8B3C-6FF37F48F2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261C8C43-05BB-2545-BED7-D5DCD21D48B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F1148-F945-FF4E-AF98-D1A9453F1A8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E725F9-F0BF-3748-82D7-AA1A33293DB1}"/>
              </a:ext>
            </a:extLst>
          </p:cNvPr>
          <p:cNvCxnSpPr/>
          <p:nvPr/>
        </p:nvCxnSpPr>
        <p:spPr>
          <a:xfrm>
            <a:off x="6819886" y="1790700"/>
            <a:ext cx="4648200" cy="0"/>
          </a:xfrm>
          <a:prstGeom prst="line">
            <a:avLst/>
          </a:prstGeom>
          <a:ln>
            <a:solidFill>
              <a:srgbClr val="AB052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DD1479-CDD6-7443-A552-3D37B0549836}"/>
              </a:ext>
            </a:extLst>
          </p:cNvPr>
          <p:cNvCxnSpPr/>
          <p:nvPr/>
        </p:nvCxnSpPr>
        <p:spPr>
          <a:xfrm>
            <a:off x="6819886" y="7848600"/>
            <a:ext cx="4648200" cy="0"/>
          </a:xfrm>
          <a:prstGeom prst="line">
            <a:avLst/>
          </a:prstGeom>
          <a:ln>
            <a:solidFill>
              <a:srgbClr val="AB052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E430B63-AFB7-A543-B723-9AAF01940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37E17C6B-141D-A547-BBCD-82A962DE0EBF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DAD76C5-A92A-0044-A602-C4A517AE0D52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294926-39EA-C742-BE99-DA70411F02F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C1AD98-7AC6-7D41-A44A-16E754267BB9}"/>
              </a:ext>
            </a:extLst>
          </p:cNvPr>
          <p:cNvCxnSpPr/>
          <p:nvPr userDrawn="1"/>
        </p:nvCxnSpPr>
        <p:spPr>
          <a:xfrm>
            <a:off x="6819886" y="1790700"/>
            <a:ext cx="4648200" cy="0"/>
          </a:xfrm>
          <a:prstGeom prst="line">
            <a:avLst/>
          </a:prstGeom>
          <a:ln>
            <a:solidFill>
              <a:srgbClr val="AB052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8F1FE7-9C27-D642-80CE-B56E0330C33B}"/>
              </a:ext>
            </a:extLst>
          </p:cNvPr>
          <p:cNvCxnSpPr/>
          <p:nvPr userDrawn="1"/>
        </p:nvCxnSpPr>
        <p:spPr>
          <a:xfrm>
            <a:off x="6819886" y="7848600"/>
            <a:ext cx="4648200" cy="0"/>
          </a:xfrm>
          <a:prstGeom prst="line">
            <a:avLst/>
          </a:prstGeom>
          <a:ln>
            <a:solidFill>
              <a:srgbClr val="AB052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7DE4D85A-4E83-CA4B-BEDE-B4638E2EE3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14" name="object 8">
            <a:extLst>
              <a:ext uri="{FF2B5EF4-FFF2-40B4-BE49-F238E27FC236}">
                <a16:creationId xmlns:a16="http://schemas.microsoft.com/office/drawing/2014/main" id="{3F7E210B-03E6-4C46-AA7F-420B8F02418E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24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261C8C43-05BB-2545-BED7-D5DCD21D48B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4349D-453A-1040-9A20-75C086DE18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E2D56677-588E-824B-9308-AA5CB87AB4F2}"/>
              </a:ext>
            </a:extLst>
          </p:cNvPr>
          <p:cNvSpPr/>
          <p:nvPr/>
        </p:nvSpPr>
        <p:spPr>
          <a:xfrm>
            <a:off x="3309577" y="5425045"/>
            <a:ext cx="11668125" cy="28575"/>
          </a:xfrm>
          <a:custGeom>
            <a:avLst/>
            <a:gdLst/>
            <a:ahLst/>
            <a:cxnLst/>
            <a:rect l="l" t="t" r="r" b="b"/>
            <a:pathLst>
              <a:path w="11668125" h="28575">
                <a:moveTo>
                  <a:pt x="11668124" y="28574"/>
                </a:moveTo>
                <a:lnTo>
                  <a:pt x="0" y="28574"/>
                </a:lnTo>
                <a:lnTo>
                  <a:pt x="0" y="0"/>
                </a:lnTo>
                <a:lnTo>
                  <a:pt x="11668124" y="0"/>
                </a:lnTo>
                <a:lnTo>
                  <a:pt x="11668124" y="28574"/>
                </a:lnTo>
                <a:close/>
              </a:path>
            </a:pathLst>
          </a:custGeom>
          <a:solidFill>
            <a:srgbClr val="AB05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AA8CCCE5-0894-F943-978E-226894E4FA00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3E063D55-A0C0-FF41-9EB8-00FAD7EE64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A8E06A3A-DD23-044C-AC42-058D4D7FF17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16D4A-9389-9048-8349-A9B36CDC6D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F62117A2-B7DD-3B49-8DF2-75EE5034E5CC}"/>
              </a:ext>
            </a:extLst>
          </p:cNvPr>
          <p:cNvSpPr/>
          <p:nvPr userDrawn="1"/>
        </p:nvSpPr>
        <p:spPr>
          <a:xfrm>
            <a:off x="3309577" y="5425045"/>
            <a:ext cx="11668125" cy="28575"/>
          </a:xfrm>
          <a:custGeom>
            <a:avLst/>
            <a:gdLst/>
            <a:ahLst/>
            <a:cxnLst/>
            <a:rect l="l" t="t" r="r" b="b"/>
            <a:pathLst>
              <a:path w="11668125" h="28575">
                <a:moveTo>
                  <a:pt x="11668124" y="28574"/>
                </a:moveTo>
                <a:lnTo>
                  <a:pt x="0" y="28574"/>
                </a:lnTo>
                <a:lnTo>
                  <a:pt x="0" y="0"/>
                </a:lnTo>
                <a:lnTo>
                  <a:pt x="11668124" y="0"/>
                </a:lnTo>
                <a:lnTo>
                  <a:pt x="11668124" y="28574"/>
                </a:lnTo>
                <a:close/>
              </a:path>
            </a:pathLst>
          </a:custGeom>
          <a:solidFill>
            <a:srgbClr val="AB05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8DCC711-3911-EE47-A597-2AAA6DFDADEA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953EE16E-B2F4-9847-80DC-F038C61DCE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2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93E409DA-CD52-F741-8526-F7F630F0B62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A891A4-40D9-7F45-810F-134BBF20B440}"/>
              </a:ext>
            </a:extLst>
          </p:cNvPr>
          <p:cNvSpPr/>
          <p:nvPr/>
        </p:nvSpPr>
        <p:spPr>
          <a:xfrm>
            <a:off x="0" y="0"/>
            <a:ext cx="9138494" cy="51998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ED6D7-03E1-2C40-B6D0-9A0FBED5FBAC}"/>
              </a:ext>
            </a:extLst>
          </p:cNvPr>
          <p:cNvSpPr/>
          <p:nvPr/>
        </p:nvSpPr>
        <p:spPr>
          <a:xfrm>
            <a:off x="9155012" y="5174226"/>
            <a:ext cx="9138494" cy="51998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090BEFC-6F70-674A-BDBB-2C42F98F027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74B01-00DD-7F40-A2B5-EA6D4282CD05}"/>
              </a:ext>
            </a:extLst>
          </p:cNvPr>
          <p:cNvSpPr/>
          <p:nvPr userDrawn="1"/>
        </p:nvSpPr>
        <p:spPr>
          <a:xfrm>
            <a:off x="0" y="0"/>
            <a:ext cx="9138494" cy="51998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1723D4-1ECA-5A47-819D-DBE7B590E338}"/>
              </a:ext>
            </a:extLst>
          </p:cNvPr>
          <p:cNvSpPr/>
          <p:nvPr userDrawn="1"/>
        </p:nvSpPr>
        <p:spPr>
          <a:xfrm>
            <a:off x="9155012" y="5174226"/>
            <a:ext cx="9138494" cy="51998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9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E430B63-AFB7-A543-B723-9AAF01940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E1840B04-E4C9-354A-A57D-D7064A7C0C77}"/>
              </a:ext>
            </a:extLst>
          </p:cNvPr>
          <p:cNvSpPr/>
          <p:nvPr/>
        </p:nvSpPr>
        <p:spPr>
          <a:xfrm>
            <a:off x="8356958" y="5"/>
            <a:ext cx="9931400" cy="10287000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D19FF99B-A493-5248-8CF2-202BE703BD7E}"/>
              </a:ext>
            </a:extLst>
          </p:cNvPr>
          <p:cNvSpPr/>
          <p:nvPr/>
        </p:nvSpPr>
        <p:spPr>
          <a:xfrm>
            <a:off x="0" y="6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3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3"/>
                </a:lnTo>
                <a:lnTo>
                  <a:pt x="0" y="10286993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936A6381-C2DC-124E-9ECD-9D7CAEEC19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15" name="object 8">
            <a:extLst>
              <a:ext uri="{FF2B5EF4-FFF2-40B4-BE49-F238E27FC236}">
                <a16:creationId xmlns:a16="http://schemas.microsoft.com/office/drawing/2014/main" id="{95227E6B-C38B-E24F-A2EE-A75404B2F520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0906695D-65B3-FC43-A08D-C6D6BE7775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B08C790B-6510-3F47-9AC2-E90D28EE7B5B}"/>
              </a:ext>
            </a:extLst>
          </p:cNvPr>
          <p:cNvSpPr/>
          <p:nvPr userDrawn="1"/>
        </p:nvSpPr>
        <p:spPr>
          <a:xfrm>
            <a:off x="8356958" y="5"/>
            <a:ext cx="9931400" cy="10287000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BFB7F85A-39B9-0942-8C2D-B3106E4C176B}"/>
              </a:ext>
            </a:extLst>
          </p:cNvPr>
          <p:cNvSpPr/>
          <p:nvPr userDrawn="1"/>
        </p:nvSpPr>
        <p:spPr>
          <a:xfrm>
            <a:off x="0" y="6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3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3"/>
                </a:lnTo>
                <a:lnTo>
                  <a:pt x="0" y="10286993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412D66E2-0782-8549-9A5B-E72C59542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8D35E50F-0968-0F4F-A352-2A8A713D8400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77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946B823C-3771-6045-A858-0BEAB3E6F1C1}"/>
              </a:ext>
            </a:extLst>
          </p:cNvPr>
          <p:cNvSpPr/>
          <p:nvPr/>
        </p:nvSpPr>
        <p:spPr>
          <a:xfrm>
            <a:off x="0" y="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000A9B5D-C738-6C4A-900D-50F5DC9092FB}"/>
              </a:ext>
            </a:extLst>
          </p:cNvPr>
          <p:cNvSpPr/>
          <p:nvPr/>
        </p:nvSpPr>
        <p:spPr>
          <a:xfrm>
            <a:off x="0" y="1028705"/>
            <a:ext cx="11007090" cy="4419600"/>
          </a:xfrm>
          <a:custGeom>
            <a:avLst/>
            <a:gdLst/>
            <a:ahLst/>
            <a:cxnLst/>
            <a:rect l="l" t="t" r="r" b="b"/>
            <a:pathLst>
              <a:path w="11007090" h="4419600">
                <a:moveTo>
                  <a:pt x="0" y="0"/>
                </a:moveTo>
                <a:lnTo>
                  <a:pt x="11006576" y="0"/>
                </a:lnTo>
                <a:lnTo>
                  <a:pt x="11006576" y="4419599"/>
                </a:lnTo>
                <a:lnTo>
                  <a:pt x="0" y="4419599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90E298CB-7726-8742-87C3-28D77ECEC1EF}"/>
              </a:ext>
            </a:extLst>
          </p:cNvPr>
          <p:cNvSpPr/>
          <p:nvPr/>
        </p:nvSpPr>
        <p:spPr>
          <a:xfrm>
            <a:off x="1027308" y="3778085"/>
            <a:ext cx="8943975" cy="28575"/>
          </a:xfrm>
          <a:custGeom>
            <a:avLst/>
            <a:gdLst/>
            <a:ahLst/>
            <a:cxnLst/>
            <a:rect l="l" t="t" r="r" b="b"/>
            <a:pathLst>
              <a:path w="8943975" h="28575">
                <a:moveTo>
                  <a:pt x="8943974" y="28574"/>
                </a:moveTo>
                <a:lnTo>
                  <a:pt x="0" y="28574"/>
                </a:lnTo>
                <a:lnTo>
                  <a:pt x="0" y="0"/>
                </a:lnTo>
                <a:lnTo>
                  <a:pt x="8943974" y="0"/>
                </a:lnTo>
                <a:lnTo>
                  <a:pt x="8943974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E09EE557-C637-8748-A913-FF438A1534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20" name="object 8">
            <a:extLst>
              <a:ext uri="{FF2B5EF4-FFF2-40B4-BE49-F238E27FC236}">
                <a16:creationId xmlns:a16="http://schemas.microsoft.com/office/drawing/2014/main" id="{4AECB9E7-155E-354B-93D7-E3CC6326A95F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AD93351-DB59-8B44-B73C-E807AEDEBC25}"/>
              </a:ext>
            </a:extLst>
          </p:cNvPr>
          <p:cNvSpPr/>
          <p:nvPr userDrawn="1"/>
        </p:nvSpPr>
        <p:spPr>
          <a:xfrm>
            <a:off x="0" y="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CE4363F4-4F82-0841-8D5B-C4BD72B2E9D6}"/>
              </a:ext>
            </a:extLst>
          </p:cNvPr>
          <p:cNvSpPr/>
          <p:nvPr userDrawn="1"/>
        </p:nvSpPr>
        <p:spPr>
          <a:xfrm>
            <a:off x="0" y="1028705"/>
            <a:ext cx="11007090" cy="4419600"/>
          </a:xfrm>
          <a:custGeom>
            <a:avLst/>
            <a:gdLst/>
            <a:ahLst/>
            <a:cxnLst/>
            <a:rect l="l" t="t" r="r" b="b"/>
            <a:pathLst>
              <a:path w="11007090" h="4419600">
                <a:moveTo>
                  <a:pt x="0" y="0"/>
                </a:moveTo>
                <a:lnTo>
                  <a:pt x="11006576" y="0"/>
                </a:lnTo>
                <a:lnTo>
                  <a:pt x="11006576" y="4419599"/>
                </a:lnTo>
                <a:lnTo>
                  <a:pt x="0" y="4419599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79F7C2E-86A5-C843-9EB9-DA041DFE579A}"/>
              </a:ext>
            </a:extLst>
          </p:cNvPr>
          <p:cNvSpPr/>
          <p:nvPr userDrawn="1"/>
        </p:nvSpPr>
        <p:spPr>
          <a:xfrm>
            <a:off x="1027308" y="3778085"/>
            <a:ext cx="8943975" cy="28575"/>
          </a:xfrm>
          <a:custGeom>
            <a:avLst/>
            <a:gdLst/>
            <a:ahLst/>
            <a:cxnLst/>
            <a:rect l="l" t="t" r="r" b="b"/>
            <a:pathLst>
              <a:path w="8943975" h="28575">
                <a:moveTo>
                  <a:pt x="8943974" y="28574"/>
                </a:moveTo>
                <a:lnTo>
                  <a:pt x="0" y="28574"/>
                </a:lnTo>
                <a:lnTo>
                  <a:pt x="0" y="0"/>
                </a:lnTo>
                <a:lnTo>
                  <a:pt x="8943974" y="0"/>
                </a:lnTo>
                <a:lnTo>
                  <a:pt x="8943974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BBBEA08-65D7-B340-B6F0-86EBD00BF9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3608289D-D7D2-9E40-832B-55748EE08A44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444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999AD0AF-FBE4-E345-A26E-6D6824B93101}"/>
              </a:ext>
            </a:extLst>
          </p:cNvPr>
          <p:cNvSpPr/>
          <p:nvPr/>
        </p:nvSpPr>
        <p:spPr>
          <a:xfrm>
            <a:off x="0" y="3476404"/>
            <a:ext cx="18288000" cy="6811009"/>
          </a:xfrm>
          <a:custGeom>
            <a:avLst/>
            <a:gdLst/>
            <a:ahLst/>
            <a:cxnLst/>
            <a:rect l="l" t="t" r="r" b="b"/>
            <a:pathLst>
              <a:path w="18288000" h="6811009">
                <a:moveTo>
                  <a:pt x="0" y="6810600"/>
                </a:moveTo>
                <a:lnTo>
                  <a:pt x="18287998" y="6810600"/>
                </a:lnTo>
                <a:lnTo>
                  <a:pt x="18287998" y="0"/>
                </a:lnTo>
                <a:lnTo>
                  <a:pt x="0" y="0"/>
                </a:lnTo>
                <a:lnTo>
                  <a:pt x="0" y="6810600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A132758F-4425-7545-AA9C-C0C03050AB3D}"/>
              </a:ext>
            </a:extLst>
          </p:cNvPr>
          <p:cNvGrpSpPr/>
          <p:nvPr/>
        </p:nvGrpSpPr>
        <p:grpSpPr>
          <a:xfrm>
            <a:off x="3038404" y="4587567"/>
            <a:ext cx="666750" cy="666750"/>
            <a:chOff x="3038404" y="4587567"/>
            <a:chExt cx="666750" cy="666750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EE796A1-F471-8E44-83F0-03030B577D9F}"/>
                </a:ext>
              </a:extLst>
            </p:cNvPr>
            <p:cNvSpPr/>
            <p:nvPr/>
          </p:nvSpPr>
          <p:spPr>
            <a:xfrm>
              <a:off x="3038404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FCB728D2-B0A1-4F4C-AE6A-AC0B17CC0B36}"/>
                </a:ext>
              </a:extLst>
            </p:cNvPr>
            <p:cNvSpPr/>
            <p:nvPr/>
          </p:nvSpPr>
          <p:spPr>
            <a:xfrm>
              <a:off x="3107299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4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6">
            <a:extLst>
              <a:ext uri="{FF2B5EF4-FFF2-40B4-BE49-F238E27FC236}">
                <a16:creationId xmlns:a16="http://schemas.microsoft.com/office/drawing/2014/main" id="{C0E9ED03-362B-AE45-A9D4-80A5664B74F3}"/>
              </a:ext>
            </a:extLst>
          </p:cNvPr>
          <p:cNvGrpSpPr/>
          <p:nvPr/>
        </p:nvGrpSpPr>
        <p:grpSpPr>
          <a:xfrm>
            <a:off x="8810625" y="4587567"/>
            <a:ext cx="666750" cy="666750"/>
            <a:chOff x="8810625" y="4587567"/>
            <a:chExt cx="666750" cy="666750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6282527D-7A04-5B4F-B9DE-630BE1CE8A48}"/>
                </a:ext>
              </a:extLst>
            </p:cNvPr>
            <p:cNvSpPr/>
            <p:nvPr/>
          </p:nvSpPr>
          <p:spPr>
            <a:xfrm>
              <a:off x="8810625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9EDC340F-5919-E243-B79D-5F0418AAD988}"/>
                </a:ext>
              </a:extLst>
            </p:cNvPr>
            <p:cNvSpPr/>
            <p:nvPr/>
          </p:nvSpPr>
          <p:spPr>
            <a:xfrm>
              <a:off x="8879520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4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9">
            <a:extLst>
              <a:ext uri="{FF2B5EF4-FFF2-40B4-BE49-F238E27FC236}">
                <a16:creationId xmlns:a16="http://schemas.microsoft.com/office/drawing/2014/main" id="{35D8E979-DA44-704A-9637-262318742B6D}"/>
              </a:ext>
            </a:extLst>
          </p:cNvPr>
          <p:cNvGrpSpPr/>
          <p:nvPr/>
        </p:nvGrpSpPr>
        <p:grpSpPr>
          <a:xfrm>
            <a:off x="14582846" y="4587567"/>
            <a:ext cx="666750" cy="666750"/>
            <a:chOff x="14582846" y="4587567"/>
            <a:chExt cx="666750" cy="666750"/>
          </a:xfrm>
        </p:grpSpPr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7192930E-74C8-0F49-B609-DA27FD6130DC}"/>
                </a:ext>
              </a:extLst>
            </p:cNvPr>
            <p:cNvSpPr/>
            <p:nvPr/>
          </p:nvSpPr>
          <p:spPr>
            <a:xfrm>
              <a:off x="14582846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953E29BB-3C73-4F43-A743-516D6718F5B0}"/>
                </a:ext>
              </a:extLst>
            </p:cNvPr>
            <p:cNvSpPr/>
            <p:nvPr/>
          </p:nvSpPr>
          <p:spPr>
            <a:xfrm>
              <a:off x="14651741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5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2">
            <a:extLst>
              <a:ext uri="{FF2B5EF4-FFF2-40B4-BE49-F238E27FC236}">
                <a16:creationId xmlns:a16="http://schemas.microsoft.com/office/drawing/2014/main" id="{2638A373-060A-9944-AAC5-0F63BB888D45}"/>
              </a:ext>
            </a:extLst>
          </p:cNvPr>
          <p:cNvSpPr/>
          <p:nvPr/>
        </p:nvSpPr>
        <p:spPr>
          <a:xfrm>
            <a:off x="0" y="5"/>
            <a:ext cx="18288000" cy="3476625"/>
          </a:xfrm>
          <a:custGeom>
            <a:avLst/>
            <a:gdLst/>
            <a:ahLst/>
            <a:cxnLst/>
            <a:rect l="l" t="t" r="r" b="b"/>
            <a:pathLst>
              <a:path w="18288000" h="3476625">
                <a:moveTo>
                  <a:pt x="18287998" y="3476398"/>
                </a:moveTo>
                <a:lnTo>
                  <a:pt x="0" y="3476398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476398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E23A0DA2-3DD8-2B4E-B329-78C066EE20B4}"/>
              </a:ext>
            </a:extLst>
          </p:cNvPr>
          <p:cNvSpPr/>
          <p:nvPr/>
        </p:nvSpPr>
        <p:spPr>
          <a:xfrm>
            <a:off x="3993648" y="4906178"/>
            <a:ext cx="4524375" cy="28575"/>
          </a:xfrm>
          <a:custGeom>
            <a:avLst/>
            <a:gdLst/>
            <a:ahLst/>
            <a:cxnLst/>
            <a:rect l="l" t="t" r="r" b="b"/>
            <a:pathLst>
              <a:path w="4524375" h="28575">
                <a:moveTo>
                  <a:pt x="4524374" y="28574"/>
                </a:moveTo>
                <a:lnTo>
                  <a:pt x="0" y="28574"/>
                </a:lnTo>
                <a:lnTo>
                  <a:pt x="0" y="0"/>
                </a:lnTo>
                <a:lnTo>
                  <a:pt x="4524374" y="0"/>
                </a:lnTo>
                <a:lnTo>
                  <a:pt x="452437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ACF01AE1-8375-6D49-87BF-2EB8449048FE}"/>
              </a:ext>
            </a:extLst>
          </p:cNvPr>
          <p:cNvSpPr/>
          <p:nvPr/>
        </p:nvSpPr>
        <p:spPr>
          <a:xfrm>
            <a:off x="9772872" y="4906178"/>
            <a:ext cx="4524375" cy="28575"/>
          </a:xfrm>
          <a:custGeom>
            <a:avLst/>
            <a:gdLst/>
            <a:ahLst/>
            <a:cxnLst/>
            <a:rect l="l" t="t" r="r" b="b"/>
            <a:pathLst>
              <a:path w="4524375" h="28575">
                <a:moveTo>
                  <a:pt x="4524374" y="28574"/>
                </a:moveTo>
                <a:lnTo>
                  <a:pt x="0" y="28574"/>
                </a:lnTo>
                <a:lnTo>
                  <a:pt x="0" y="0"/>
                </a:lnTo>
                <a:lnTo>
                  <a:pt x="4524374" y="0"/>
                </a:lnTo>
                <a:lnTo>
                  <a:pt x="452437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6AC63CF-ED64-3C48-A8F8-E5A12C28CB82}"/>
              </a:ext>
            </a:extLst>
          </p:cNvPr>
          <p:cNvSpPr/>
          <p:nvPr/>
        </p:nvSpPr>
        <p:spPr>
          <a:xfrm>
            <a:off x="0" y="4906178"/>
            <a:ext cx="2746375" cy="28575"/>
          </a:xfrm>
          <a:custGeom>
            <a:avLst/>
            <a:gdLst/>
            <a:ahLst/>
            <a:cxnLst/>
            <a:rect l="l" t="t" r="r" b="b"/>
            <a:pathLst>
              <a:path w="2746375" h="28575">
                <a:moveTo>
                  <a:pt x="0" y="0"/>
                </a:moveTo>
                <a:lnTo>
                  <a:pt x="2745802" y="0"/>
                </a:lnTo>
                <a:lnTo>
                  <a:pt x="2745802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627688F9-A97E-2E45-845E-D660F6710D04}"/>
              </a:ext>
            </a:extLst>
          </p:cNvPr>
          <p:cNvSpPr/>
          <p:nvPr/>
        </p:nvSpPr>
        <p:spPr>
          <a:xfrm>
            <a:off x="15545094" y="4906178"/>
            <a:ext cx="2743200" cy="28575"/>
          </a:xfrm>
          <a:custGeom>
            <a:avLst/>
            <a:gdLst/>
            <a:ahLst/>
            <a:cxnLst/>
            <a:rect l="l" t="t" r="r" b="b"/>
            <a:pathLst>
              <a:path w="2743200" h="28575">
                <a:moveTo>
                  <a:pt x="2742904" y="28574"/>
                </a:moveTo>
                <a:lnTo>
                  <a:pt x="0" y="28574"/>
                </a:lnTo>
                <a:lnTo>
                  <a:pt x="0" y="0"/>
                </a:lnTo>
                <a:lnTo>
                  <a:pt x="2742904" y="0"/>
                </a:lnTo>
                <a:lnTo>
                  <a:pt x="274290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>
            <a:extLst>
              <a:ext uri="{FF2B5EF4-FFF2-40B4-BE49-F238E27FC236}">
                <a16:creationId xmlns:a16="http://schemas.microsoft.com/office/drawing/2014/main" id="{CF98B535-BC65-2A46-BF33-96B9095827FB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5D3C8CE1-1545-584F-A8E0-D25CE6921C19}"/>
              </a:ext>
            </a:extLst>
          </p:cNvPr>
          <p:cNvSpPr/>
          <p:nvPr userDrawn="1"/>
        </p:nvSpPr>
        <p:spPr>
          <a:xfrm>
            <a:off x="0" y="3476404"/>
            <a:ext cx="18288000" cy="6811009"/>
          </a:xfrm>
          <a:custGeom>
            <a:avLst/>
            <a:gdLst/>
            <a:ahLst/>
            <a:cxnLst/>
            <a:rect l="l" t="t" r="r" b="b"/>
            <a:pathLst>
              <a:path w="18288000" h="6811009">
                <a:moveTo>
                  <a:pt x="0" y="6810600"/>
                </a:moveTo>
                <a:lnTo>
                  <a:pt x="18287998" y="6810600"/>
                </a:lnTo>
                <a:lnTo>
                  <a:pt x="18287998" y="0"/>
                </a:lnTo>
                <a:lnTo>
                  <a:pt x="0" y="0"/>
                </a:lnTo>
                <a:lnTo>
                  <a:pt x="0" y="6810600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3">
            <a:extLst>
              <a:ext uri="{FF2B5EF4-FFF2-40B4-BE49-F238E27FC236}">
                <a16:creationId xmlns:a16="http://schemas.microsoft.com/office/drawing/2014/main" id="{6D2D3BF0-5F99-2A41-A4CD-1D36DCA1C9E3}"/>
              </a:ext>
            </a:extLst>
          </p:cNvPr>
          <p:cNvGrpSpPr/>
          <p:nvPr userDrawn="1"/>
        </p:nvGrpSpPr>
        <p:grpSpPr>
          <a:xfrm>
            <a:off x="3038404" y="4587567"/>
            <a:ext cx="666750" cy="666750"/>
            <a:chOff x="3038404" y="4587567"/>
            <a:chExt cx="666750" cy="666750"/>
          </a:xfrm>
        </p:grpSpPr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E45D70F6-9AC3-BF49-898C-01F124ABB8C8}"/>
                </a:ext>
              </a:extLst>
            </p:cNvPr>
            <p:cNvSpPr/>
            <p:nvPr/>
          </p:nvSpPr>
          <p:spPr>
            <a:xfrm>
              <a:off x="3038404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71DAE8A4-F9AD-D544-9D90-78C7D13DD390}"/>
                </a:ext>
              </a:extLst>
            </p:cNvPr>
            <p:cNvSpPr/>
            <p:nvPr/>
          </p:nvSpPr>
          <p:spPr>
            <a:xfrm>
              <a:off x="3107299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4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6">
            <a:extLst>
              <a:ext uri="{FF2B5EF4-FFF2-40B4-BE49-F238E27FC236}">
                <a16:creationId xmlns:a16="http://schemas.microsoft.com/office/drawing/2014/main" id="{49EA3C30-9C40-BF41-9C2F-C6D32075DC48}"/>
              </a:ext>
            </a:extLst>
          </p:cNvPr>
          <p:cNvGrpSpPr/>
          <p:nvPr userDrawn="1"/>
        </p:nvGrpSpPr>
        <p:grpSpPr>
          <a:xfrm>
            <a:off x="8810625" y="4587567"/>
            <a:ext cx="666750" cy="666750"/>
            <a:chOff x="8810625" y="4587567"/>
            <a:chExt cx="666750" cy="666750"/>
          </a:xfrm>
        </p:grpSpPr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3128B623-B26F-BD48-B048-32E7DA2D0DD3}"/>
                </a:ext>
              </a:extLst>
            </p:cNvPr>
            <p:cNvSpPr/>
            <p:nvPr/>
          </p:nvSpPr>
          <p:spPr>
            <a:xfrm>
              <a:off x="8810625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6B8CEB6F-AAAE-3046-B123-D2DC3918964A}"/>
                </a:ext>
              </a:extLst>
            </p:cNvPr>
            <p:cNvSpPr/>
            <p:nvPr/>
          </p:nvSpPr>
          <p:spPr>
            <a:xfrm>
              <a:off x="8879520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4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9">
            <a:extLst>
              <a:ext uri="{FF2B5EF4-FFF2-40B4-BE49-F238E27FC236}">
                <a16:creationId xmlns:a16="http://schemas.microsoft.com/office/drawing/2014/main" id="{E37D4E11-DB69-0B47-BA33-437F3FF41F28}"/>
              </a:ext>
            </a:extLst>
          </p:cNvPr>
          <p:cNvGrpSpPr/>
          <p:nvPr userDrawn="1"/>
        </p:nvGrpSpPr>
        <p:grpSpPr>
          <a:xfrm>
            <a:off x="14582846" y="4587567"/>
            <a:ext cx="666750" cy="666750"/>
            <a:chOff x="14582846" y="4587567"/>
            <a:chExt cx="666750" cy="666750"/>
          </a:xfrm>
        </p:grpSpPr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F17F3E92-6964-C04A-8F1F-F025AD569089}"/>
                </a:ext>
              </a:extLst>
            </p:cNvPr>
            <p:cNvSpPr/>
            <p:nvPr/>
          </p:nvSpPr>
          <p:spPr>
            <a:xfrm>
              <a:off x="14582846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E26D9C30-57FA-4848-8703-E2E9E21898EC}"/>
                </a:ext>
              </a:extLst>
            </p:cNvPr>
            <p:cNvSpPr/>
            <p:nvPr/>
          </p:nvSpPr>
          <p:spPr>
            <a:xfrm>
              <a:off x="14651741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5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12">
            <a:extLst>
              <a:ext uri="{FF2B5EF4-FFF2-40B4-BE49-F238E27FC236}">
                <a16:creationId xmlns:a16="http://schemas.microsoft.com/office/drawing/2014/main" id="{BDD1F121-72EB-494A-B3A0-5D8EAB342037}"/>
              </a:ext>
            </a:extLst>
          </p:cNvPr>
          <p:cNvSpPr/>
          <p:nvPr userDrawn="1"/>
        </p:nvSpPr>
        <p:spPr>
          <a:xfrm>
            <a:off x="0" y="5"/>
            <a:ext cx="18288000" cy="3476625"/>
          </a:xfrm>
          <a:custGeom>
            <a:avLst/>
            <a:gdLst/>
            <a:ahLst/>
            <a:cxnLst/>
            <a:rect l="l" t="t" r="r" b="b"/>
            <a:pathLst>
              <a:path w="18288000" h="3476625">
                <a:moveTo>
                  <a:pt x="18287998" y="3476398"/>
                </a:moveTo>
                <a:lnTo>
                  <a:pt x="0" y="3476398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476398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0DCCF851-8F6B-7D49-B9F4-392177656E20}"/>
              </a:ext>
            </a:extLst>
          </p:cNvPr>
          <p:cNvSpPr/>
          <p:nvPr userDrawn="1"/>
        </p:nvSpPr>
        <p:spPr>
          <a:xfrm>
            <a:off x="3993648" y="4906178"/>
            <a:ext cx="4524375" cy="28575"/>
          </a:xfrm>
          <a:custGeom>
            <a:avLst/>
            <a:gdLst/>
            <a:ahLst/>
            <a:cxnLst/>
            <a:rect l="l" t="t" r="r" b="b"/>
            <a:pathLst>
              <a:path w="4524375" h="28575">
                <a:moveTo>
                  <a:pt x="4524374" y="28574"/>
                </a:moveTo>
                <a:lnTo>
                  <a:pt x="0" y="28574"/>
                </a:lnTo>
                <a:lnTo>
                  <a:pt x="0" y="0"/>
                </a:lnTo>
                <a:lnTo>
                  <a:pt x="4524374" y="0"/>
                </a:lnTo>
                <a:lnTo>
                  <a:pt x="452437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D47B01A-DEF3-EA42-B610-A1661CFE8ED6}"/>
              </a:ext>
            </a:extLst>
          </p:cNvPr>
          <p:cNvSpPr/>
          <p:nvPr userDrawn="1"/>
        </p:nvSpPr>
        <p:spPr>
          <a:xfrm>
            <a:off x="9772872" y="4906178"/>
            <a:ext cx="4524375" cy="28575"/>
          </a:xfrm>
          <a:custGeom>
            <a:avLst/>
            <a:gdLst/>
            <a:ahLst/>
            <a:cxnLst/>
            <a:rect l="l" t="t" r="r" b="b"/>
            <a:pathLst>
              <a:path w="4524375" h="28575">
                <a:moveTo>
                  <a:pt x="4524374" y="28574"/>
                </a:moveTo>
                <a:lnTo>
                  <a:pt x="0" y="28574"/>
                </a:lnTo>
                <a:lnTo>
                  <a:pt x="0" y="0"/>
                </a:lnTo>
                <a:lnTo>
                  <a:pt x="4524374" y="0"/>
                </a:lnTo>
                <a:lnTo>
                  <a:pt x="452437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9AB7AE28-D1E9-1944-98AA-3CF784E3BFE0}"/>
              </a:ext>
            </a:extLst>
          </p:cNvPr>
          <p:cNvSpPr/>
          <p:nvPr userDrawn="1"/>
        </p:nvSpPr>
        <p:spPr>
          <a:xfrm>
            <a:off x="0" y="4906178"/>
            <a:ext cx="2746375" cy="28575"/>
          </a:xfrm>
          <a:custGeom>
            <a:avLst/>
            <a:gdLst/>
            <a:ahLst/>
            <a:cxnLst/>
            <a:rect l="l" t="t" r="r" b="b"/>
            <a:pathLst>
              <a:path w="2746375" h="28575">
                <a:moveTo>
                  <a:pt x="0" y="0"/>
                </a:moveTo>
                <a:lnTo>
                  <a:pt x="2745802" y="0"/>
                </a:lnTo>
                <a:lnTo>
                  <a:pt x="2745802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6420853E-9AA0-2E4E-A4CD-35B1D0618885}"/>
              </a:ext>
            </a:extLst>
          </p:cNvPr>
          <p:cNvSpPr/>
          <p:nvPr userDrawn="1"/>
        </p:nvSpPr>
        <p:spPr>
          <a:xfrm>
            <a:off x="15545094" y="4906178"/>
            <a:ext cx="2743200" cy="28575"/>
          </a:xfrm>
          <a:custGeom>
            <a:avLst/>
            <a:gdLst/>
            <a:ahLst/>
            <a:cxnLst/>
            <a:rect l="l" t="t" r="r" b="b"/>
            <a:pathLst>
              <a:path w="2743200" h="28575">
                <a:moveTo>
                  <a:pt x="2742904" y="28574"/>
                </a:moveTo>
                <a:lnTo>
                  <a:pt x="0" y="28574"/>
                </a:lnTo>
                <a:lnTo>
                  <a:pt x="0" y="0"/>
                </a:lnTo>
                <a:lnTo>
                  <a:pt x="2742904" y="0"/>
                </a:lnTo>
                <a:lnTo>
                  <a:pt x="274290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8">
            <a:extLst>
              <a:ext uri="{FF2B5EF4-FFF2-40B4-BE49-F238E27FC236}">
                <a16:creationId xmlns:a16="http://schemas.microsoft.com/office/drawing/2014/main" id="{460DB6FA-08EB-CA40-970F-C5B27E909082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3601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>
            <a:extLst>
              <a:ext uri="{FF2B5EF4-FFF2-40B4-BE49-F238E27FC236}">
                <a16:creationId xmlns:a16="http://schemas.microsoft.com/office/drawing/2014/main" id="{C9AB780C-9DEC-6640-95BC-9202E9FA9A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A583057E-1627-9240-84E7-0B987F4FC3D9}"/>
              </a:ext>
            </a:extLst>
          </p:cNvPr>
          <p:cNvSpPr/>
          <p:nvPr/>
        </p:nvSpPr>
        <p:spPr>
          <a:xfrm>
            <a:off x="4524821" y="0"/>
            <a:ext cx="13763625" cy="2529205"/>
          </a:xfrm>
          <a:custGeom>
            <a:avLst/>
            <a:gdLst/>
            <a:ahLst/>
            <a:cxnLst/>
            <a:rect l="l" t="t" r="r" b="b"/>
            <a:pathLst>
              <a:path w="13763625" h="2529205">
                <a:moveTo>
                  <a:pt x="13763177" y="2528640"/>
                </a:moveTo>
                <a:lnTo>
                  <a:pt x="0" y="2528640"/>
                </a:lnTo>
                <a:lnTo>
                  <a:pt x="0" y="0"/>
                </a:lnTo>
                <a:lnTo>
                  <a:pt x="13763177" y="0"/>
                </a:lnTo>
                <a:lnTo>
                  <a:pt x="13763177" y="252864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E0A01-F7E8-C549-A4ED-323A8B314E76}"/>
              </a:ext>
            </a:extLst>
          </p:cNvPr>
          <p:cNvSpPr/>
          <p:nvPr/>
        </p:nvSpPr>
        <p:spPr>
          <a:xfrm>
            <a:off x="0" y="0"/>
            <a:ext cx="4724401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DC6F6AB5-0D8A-D64C-8F1E-344A0A81C731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Picture 33" descr="Text&#10;&#10;Description automatically generated">
            <a:extLst>
              <a:ext uri="{FF2B5EF4-FFF2-40B4-BE49-F238E27FC236}">
                <a16:creationId xmlns:a16="http://schemas.microsoft.com/office/drawing/2014/main" id="{0C7BAFFB-B8E2-2047-BAA8-1EB16ACC1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4E30B25-DBB8-4D48-BCDE-62C9150308C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E73A992-261F-DA4D-BC49-D6A88D3019BB}"/>
              </a:ext>
            </a:extLst>
          </p:cNvPr>
          <p:cNvSpPr/>
          <p:nvPr userDrawn="1"/>
        </p:nvSpPr>
        <p:spPr>
          <a:xfrm>
            <a:off x="4524821" y="0"/>
            <a:ext cx="13763625" cy="2529205"/>
          </a:xfrm>
          <a:custGeom>
            <a:avLst/>
            <a:gdLst/>
            <a:ahLst/>
            <a:cxnLst/>
            <a:rect l="l" t="t" r="r" b="b"/>
            <a:pathLst>
              <a:path w="13763625" h="2529205">
                <a:moveTo>
                  <a:pt x="13763177" y="2528640"/>
                </a:moveTo>
                <a:lnTo>
                  <a:pt x="0" y="2528640"/>
                </a:lnTo>
                <a:lnTo>
                  <a:pt x="0" y="0"/>
                </a:lnTo>
                <a:lnTo>
                  <a:pt x="13763177" y="0"/>
                </a:lnTo>
                <a:lnTo>
                  <a:pt x="13763177" y="252864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8896AC-194D-D844-9CB8-AABFF82644A3}"/>
              </a:ext>
            </a:extLst>
          </p:cNvPr>
          <p:cNvSpPr/>
          <p:nvPr userDrawn="1"/>
        </p:nvSpPr>
        <p:spPr>
          <a:xfrm>
            <a:off x="0" y="0"/>
            <a:ext cx="4724401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F21BEA12-5F7F-904A-8C2D-D6E9299BF4F5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B150E9C1-F79B-EF48-9868-F66B79E4C1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87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9EC7F6FC-8C17-7944-97E1-591457593D14}"/>
              </a:ext>
            </a:extLst>
          </p:cNvPr>
          <p:cNvSpPr/>
          <p:nvPr userDrawn="1"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3A0462-D5A9-7244-9A95-E7CFDFD19696}"/>
              </a:ext>
            </a:extLst>
          </p:cNvPr>
          <p:cNvSpPr/>
          <p:nvPr userDrawn="1"/>
        </p:nvSpPr>
        <p:spPr>
          <a:xfrm>
            <a:off x="0" y="0"/>
            <a:ext cx="7936865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endParaRPr lang="en-US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5BCED2B4-9C62-1741-850A-BB0C9F2FF04B}"/>
              </a:ext>
            </a:extLst>
          </p:cNvPr>
          <p:cNvSpPr/>
          <p:nvPr userDrawn="1"/>
        </p:nvSpPr>
        <p:spPr>
          <a:xfrm>
            <a:off x="7937278" y="1"/>
            <a:ext cx="10351135" cy="4582795"/>
          </a:xfrm>
          <a:custGeom>
            <a:avLst/>
            <a:gdLst/>
            <a:ahLst/>
            <a:cxnLst/>
            <a:rect l="l" t="t" r="r" b="b"/>
            <a:pathLst>
              <a:path w="10351135" h="4582795">
                <a:moveTo>
                  <a:pt x="10350721" y="4582329"/>
                </a:moveTo>
                <a:lnTo>
                  <a:pt x="0" y="4582329"/>
                </a:lnTo>
                <a:lnTo>
                  <a:pt x="0" y="0"/>
                </a:lnTo>
                <a:lnTo>
                  <a:pt x="10350721" y="0"/>
                </a:lnTo>
                <a:lnTo>
                  <a:pt x="10350721" y="458232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24AF3BA-2B73-1347-AD9B-CF9907788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3EE0907E-A8AC-4847-8321-82CCBB044145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63E3A-D571-AB49-937F-6846F4E57CED}"/>
              </a:ext>
            </a:extLst>
          </p:cNvPr>
          <p:cNvSpPr/>
          <p:nvPr userDrawn="1"/>
        </p:nvSpPr>
        <p:spPr>
          <a:xfrm>
            <a:off x="0" y="0"/>
            <a:ext cx="4260713" cy="10287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C0AAA4A-44AF-9944-84ED-5D784BAD3C43}"/>
              </a:ext>
            </a:extLst>
          </p:cNvPr>
          <p:cNvSpPr/>
          <p:nvPr userDrawn="1"/>
        </p:nvSpPr>
        <p:spPr>
          <a:xfrm>
            <a:off x="4260713" y="1028700"/>
            <a:ext cx="13001625" cy="1447800"/>
          </a:xfrm>
          <a:custGeom>
            <a:avLst/>
            <a:gdLst/>
            <a:ahLst/>
            <a:cxnLst/>
            <a:rect l="l" t="t" r="r" b="b"/>
            <a:pathLst>
              <a:path w="13001625" h="1447800">
                <a:moveTo>
                  <a:pt x="13001623" y="1447799"/>
                </a:moveTo>
                <a:lnTo>
                  <a:pt x="0" y="1447799"/>
                </a:lnTo>
                <a:lnTo>
                  <a:pt x="0" y="0"/>
                </a:lnTo>
                <a:lnTo>
                  <a:pt x="13001623" y="0"/>
                </a:lnTo>
                <a:lnTo>
                  <a:pt x="13001623" y="14477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A6F8AB2-0573-A04E-91E0-8DC43EDEAD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19AF54F-075F-FF46-8772-069185BE6901}"/>
              </a:ext>
            </a:extLst>
          </p:cNvPr>
          <p:cNvSpPr/>
          <p:nvPr userDrawn="1"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0FA886B-C26D-C044-A54D-29B866EFF6A2}"/>
              </a:ext>
            </a:extLst>
          </p:cNvPr>
          <p:cNvSpPr txBox="1"/>
          <p:nvPr userDrawn="1"/>
        </p:nvSpPr>
        <p:spPr>
          <a:xfrm>
            <a:off x="1016000" y="9413147"/>
            <a:ext cx="2559685" cy="2997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800" spc="-75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1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800" spc="-7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75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spc="-7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rgbClr val="0C234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Arizona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94AE4D5-3051-0F4C-A2AA-E27913D06382}"/>
              </a:ext>
            </a:extLst>
          </p:cNvPr>
          <p:cNvSpPr/>
          <p:nvPr userDrawn="1"/>
        </p:nvSpPr>
        <p:spPr>
          <a:xfrm>
            <a:off x="1028700" y="9228780"/>
            <a:ext cx="16230600" cy="28575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F9809E4-D569-0942-8426-B781571A7513}"/>
              </a:ext>
            </a:extLst>
          </p:cNvPr>
          <p:cNvSpPr/>
          <p:nvPr userDrawn="1"/>
        </p:nvSpPr>
        <p:spPr>
          <a:xfrm>
            <a:off x="0" y="2"/>
            <a:ext cx="10332085" cy="4582795"/>
          </a:xfrm>
          <a:custGeom>
            <a:avLst/>
            <a:gdLst/>
            <a:ahLst/>
            <a:cxnLst/>
            <a:rect l="l" t="t" r="r" b="b"/>
            <a:pathLst>
              <a:path w="10332085" h="4582795">
                <a:moveTo>
                  <a:pt x="0" y="0"/>
                </a:moveTo>
                <a:lnTo>
                  <a:pt x="10331905" y="0"/>
                </a:lnTo>
                <a:lnTo>
                  <a:pt x="10331905" y="4582328"/>
                </a:lnTo>
                <a:lnTo>
                  <a:pt x="0" y="4582328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2953E-7482-ED49-9393-5DC021B86151}"/>
              </a:ext>
            </a:extLst>
          </p:cNvPr>
          <p:cNvSpPr/>
          <p:nvPr userDrawn="1"/>
        </p:nvSpPr>
        <p:spPr>
          <a:xfrm>
            <a:off x="10332085" y="0"/>
            <a:ext cx="7946390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8B2CC98-4E6B-CE45-B796-C62A1890F4F1}"/>
              </a:ext>
            </a:extLst>
          </p:cNvPr>
          <p:cNvSpPr/>
          <p:nvPr userDrawn="1"/>
        </p:nvSpPr>
        <p:spPr>
          <a:xfrm>
            <a:off x="0" y="3476398"/>
            <a:ext cx="18288000" cy="6811009"/>
          </a:xfrm>
          <a:custGeom>
            <a:avLst/>
            <a:gdLst/>
            <a:ahLst/>
            <a:cxnLst/>
            <a:rect l="l" t="t" r="r" b="b"/>
            <a:pathLst>
              <a:path w="18288000" h="6811009">
                <a:moveTo>
                  <a:pt x="0" y="6810600"/>
                </a:moveTo>
                <a:lnTo>
                  <a:pt x="18287998" y="6810600"/>
                </a:lnTo>
                <a:lnTo>
                  <a:pt x="18287998" y="0"/>
                </a:lnTo>
                <a:lnTo>
                  <a:pt x="0" y="0"/>
                </a:lnTo>
                <a:lnTo>
                  <a:pt x="0" y="6810600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77E45F6-F50A-FE46-B9F2-4463B0E9B4B8}"/>
              </a:ext>
            </a:extLst>
          </p:cNvPr>
          <p:cNvSpPr/>
          <p:nvPr userDrawn="1"/>
        </p:nvSpPr>
        <p:spPr>
          <a:xfrm>
            <a:off x="0" y="0"/>
            <a:ext cx="18288000" cy="3476625"/>
          </a:xfrm>
          <a:custGeom>
            <a:avLst/>
            <a:gdLst/>
            <a:ahLst/>
            <a:cxnLst/>
            <a:rect l="l" t="t" r="r" b="b"/>
            <a:pathLst>
              <a:path w="18288000" h="3476625">
                <a:moveTo>
                  <a:pt x="0" y="0"/>
                </a:moveTo>
                <a:lnTo>
                  <a:pt x="18287999" y="0"/>
                </a:lnTo>
                <a:lnTo>
                  <a:pt x="18287999" y="3476398"/>
                </a:lnTo>
                <a:lnTo>
                  <a:pt x="0" y="3476398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49EE0DB-F39A-804B-889A-B18F8DAC1F6C}"/>
              </a:ext>
            </a:extLst>
          </p:cNvPr>
          <p:cNvSpPr/>
          <p:nvPr userDrawn="1"/>
        </p:nvSpPr>
        <p:spPr>
          <a:xfrm>
            <a:off x="1031227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51D5CC3-3CB4-EE45-A2B5-6B9BE08536E0}"/>
              </a:ext>
            </a:extLst>
          </p:cNvPr>
          <p:cNvSpPr/>
          <p:nvPr userDrawn="1"/>
        </p:nvSpPr>
        <p:spPr>
          <a:xfrm>
            <a:off x="6701848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E4E8A1A9-4103-BA4F-80AC-8C5AE1920607}"/>
              </a:ext>
            </a:extLst>
          </p:cNvPr>
          <p:cNvSpPr/>
          <p:nvPr userDrawn="1"/>
        </p:nvSpPr>
        <p:spPr>
          <a:xfrm>
            <a:off x="12369889" y="5844599"/>
            <a:ext cx="4886325" cy="28575"/>
          </a:xfrm>
          <a:custGeom>
            <a:avLst/>
            <a:gdLst/>
            <a:ahLst/>
            <a:cxnLst/>
            <a:rect l="l" t="t" r="r" b="b"/>
            <a:pathLst>
              <a:path w="4886325" h="28575">
                <a:moveTo>
                  <a:pt x="4886324" y="0"/>
                </a:moveTo>
                <a:lnTo>
                  <a:pt x="4886324" y="28574"/>
                </a:lnTo>
                <a:lnTo>
                  <a:pt x="0" y="28574"/>
                </a:lnTo>
                <a:lnTo>
                  <a:pt x="0" y="0"/>
                </a:lnTo>
                <a:lnTo>
                  <a:pt x="4886324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156059-1B3B-424B-BCA2-2CE246C9E2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28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261C8C43-05BB-2545-BED7-D5DCD21D48B7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F1148-F945-FF4E-AF98-D1A9453F1A8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E725F9-F0BF-3748-82D7-AA1A33293DB1}"/>
              </a:ext>
            </a:extLst>
          </p:cNvPr>
          <p:cNvCxnSpPr/>
          <p:nvPr userDrawn="1"/>
        </p:nvCxnSpPr>
        <p:spPr>
          <a:xfrm>
            <a:off x="6819886" y="1790700"/>
            <a:ext cx="4648200" cy="0"/>
          </a:xfrm>
          <a:prstGeom prst="line">
            <a:avLst/>
          </a:prstGeom>
          <a:ln>
            <a:solidFill>
              <a:srgbClr val="AB052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DD1479-CDD6-7443-A552-3D37B0549836}"/>
              </a:ext>
            </a:extLst>
          </p:cNvPr>
          <p:cNvCxnSpPr/>
          <p:nvPr userDrawn="1"/>
        </p:nvCxnSpPr>
        <p:spPr>
          <a:xfrm>
            <a:off x="6819886" y="7848600"/>
            <a:ext cx="4648200" cy="0"/>
          </a:xfrm>
          <a:prstGeom prst="line">
            <a:avLst/>
          </a:prstGeom>
          <a:ln>
            <a:solidFill>
              <a:srgbClr val="AB052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E430B63-AFB7-A543-B723-9AAF019401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37E17C6B-141D-A547-BBCD-82A962DE0EBF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261C8C43-05BB-2545-BED7-D5DCD21D48B7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4349D-453A-1040-9A20-75C086DE18C7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E2D56677-588E-824B-9308-AA5CB87AB4F2}"/>
              </a:ext>
            </a:extLst>
          </p:cNvPr>
          <p:cNvSpPr/>
          <p:nvPr userDrawn="1"/>
        </p:nvSpPr>
        <p:spPr>
          <a:xfrm>
            <a:off x="3309577" y="5425045"/>
            <a:ext cx="11668125" cy="28575"/>
          </a:xfrm>
          <a:custGeom>
            <a:avLst/>
            <a:gdLst/>
            <a:ahLst/>
            <a:cxnLst/>
            <a:rect l="l" t="t" r="r" b="b"/>
            <a:pathLst>
              <a:path w="11668125" h="28575">
                <a:moveTo>
                  <a:pt x="11668124" y="28574"/>
                </a:moveTo>
                <a:lnTo>
                  <a:pt x="0" y="28574"/>
                </a:lnTo>
                <a:lnTo>
                  <a:pt x="0" y="0"/>
                </a:lnTo>
                <a:lnTo>
                  <a:pt x="11668124" y="0"/>
                </a:lnTo>
                <a:lnTo>
                  <a:pt x="11668124" y="28574"/>
                </a:lnTo>
                <a:close/>
              </a:path>
            </a:pathLst>
          </a:custGeom>
          <a:solidFill>
            <a:srgbClr val="AB05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AA8CCCE5-0894-F943-978E-226894E4FA00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3E063D55-A0C0-FF41-9EB8-00FAD7EE64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82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93E409DA-CD52-F741-8526-F7F630F0B62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A891A4-40D9-7F45-810F-134BBF20B440}"/>
              </a:ext>
            </a:extLst>
          </p:cNvPr>
          <p:cNvSpPr/>
          <p:nvPr userDrawn="1"/>
        </p:nvSpPr>
        <p:spPr>
          <a:xfrm>
            <a:off x="0" y="0"/>
            <a:ext cx="9138494" cy="51998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ED6D7-03E1-2C40-B6D0-9A0FBED5FBAC}"/>
              </a:ext>
            </a:extLst>
          </p:cNvPr>
          <p:cNvSpPr/>
          <p:nvPr userDrawn="1"/>
        </p:nvSpPr>
        <p:spPr>
          <a:xfrm>
            <a:off x="9155012" y="5174226"/>
            <a:ext cx="9138494" cy="51998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08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E430B63-AFB7-A543-B723-9AAF019401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E1840B04-E4C9-354A-A57D-D7064A7C0C77}"/>
              </a:ext>
            </a:extLst>
          </p:cNvPr>
          <p:cNvSpPr/>
          <p:nvPr userDrawn="1"/>
        </p:nvSpPr>
        <p:spPr>
          <a:xfrm>
            <a:off x="8356958" y="5"/>
            <a:ext cx="9931400" cy="10287000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D19FF99B-A493-5248-8CF2-202BE703BD7E}"/>
              </a:ext>
            </a:extLst>
          </p:cNvPr>
          <p:cNvSpPr/>
          <p:nvPr userDrawn="1"/>
        </p:nvSpPr>
        <p:spPr>
          <a:xfrm>
            <a:off x="0" y="6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3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3"/>
                </a:lnTo>
                <a:lnTo>
                  <a:pt x="0" y="10286993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936A6381-C2DC-124E-9ECD-9D7CAEEC1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15" name="object 8">
            <a:extLst>
              <a:ext uri="{FF2B5EF4-FFF2-40B4-BE49-F238E27FC236}">
                <a16:creationId xmlns:a16="http://schemas.microsoft.com/office/drawing/2014/main" id="{95227E6B-C38B-E24F-A2EE-A75404B2F520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0000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946B823C-3771-6045-A858-0BEAB3E6F1C1}"/>
              </a:ext>
            </a:extLst>
          </p:cNvPr>
          <p:cNvSpPr/>
          <p:nvPr userDrawn="1"/>
        </p:nvSpPr>
        <p:spPr>
          <a:xfrm>
            <a:off x="0" y="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000A9B5D-C738-6C4A-900D-50F5DC9092FB}"/>
              </a:ext>
            </a:extLst>
          </p:cNvPr>
          <p:cNvSpPr/>
          <p:nvPr userDrawn="1"/>
        </p:nvSpPr>
        <p:spPr>
          <a:xfrm>
            <a:off x="0" y="1028705"/>
            <a:ext cx="11007090" cy="4419600"/>
          </a:xfrm>
          <a:custGeom>
            <a:avLst/>
            <a:gdLst/>
            <a:ahLst/>
            <a:cxnLst/>
            <a:rect l="l" t="t" r="r" b="b"/>
            <a:pathLst>
              <a:path w="11007090" h="4419600">
                <a:moveTo>
                  <a:pt x="0" y="0"/>
                </a:moveTo>
                <a:lnTo>
                  <a:pt x="11006576" y="0"/>
                </a:lnTo>
                <a:lnTo>
                  <a:pt x="11006576" y="4419599"/>
                </a:lnTo>
                <a:lnTo>
                  <a:pt x="0" y="4419599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90E298CB-7726-8742-87C3-28D77ECEC1EF}"/>
              </a:ext>
            </a:extLst>
          </p:cNvPr>
          <p:cNvSpPr/>
          <p:nvPr userDrawn="1"/>
        </p:nvSpPr>
        <p:spPr>
          <a:xfrm>
            <a:off x="1027308" y="3778085"/>
            <a:ext cx="8943975" cy="28575"/>
          </a:xfrm>
          <a:custGeom>
            <a:avLst/>
            <a:gdLst/>
            <a:ahLst/>
            <a:cxnLst/>
            <a:rect l="l" t="t" r="r" b="b"/>
            <a:pathLst>
              <a:path w="8943975" h="28575">
                <a:moveTo>
                  <a:pt x="8943974" y="28574"/>
                </a:moveTo>
                <a:lnTo>
                  <a:pt x="0" y="28574"/>
                </a:lnTo>
                <a:lnTo>
                  <a:pt x="0" y="0"/>
                </a:lnTo>
                <a:lnTo>
                  <a:pt x="8943974" y="0"/>
                </a:lnTo>
                <a:lnTo>
                  <a:pt x="8943974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E09EE557-C637-8748-A913-FF438A1534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sp>
        <p:nvSpPr>
          <p:cNvPr id="20" name="object 8">
            <a:extLst>
              <a:ext uri="{FF2B5EF4-FFF2-40B4-BE49-F238E27FC236}">
                <a16:creationId xmlns:a16="http://schemas.microsoft.com/office/drawing/2014/main" id="{4AECB9E7-155E-354B-93D7-E3CC6326A95F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2272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999AD0AF-FBE4-E345-A26E-6D6824B93101}"/>
              </a:ext>
            </a:extLst>
          </p:cNvPr>
          <p:cNvSpPr/>
          <p:nvPr userDrawn="1"/>
        </p:nvSpPr>
        <p:spPr>
          <a:xfrm>
            <a:off x="0" y="3476404"/>
            <a:ext cx="18288000" cy="6811009"/>
          </a:xfrm>
          <a:custGeom>
            <a:avLst/>
            <a:gdLst/>
            <a:ahLst/>
            <a:cxnLst/>
            <a:rect l="l" t="t" r="r" b="b"/>
            <a:pathLst>
              <a:path w="18288000" h="6811009">
                <a:moveTo>
                  <a:pt x="0" y="6810600"/>
                </a:moveTo>
                <a:lnTo>
                  <a:pt x="18287998" y="6810600"/>
                </a:lnTo>
                <a:lnTo>
                  <a:pt x="18287998" y="0"/>
                </a:lnTo>
                <a:lnTo>
                  <a:pt x="0" y="0"/>
                </a:lnTo>
                <a:lnTo>
                  <a:pt x="0" y="6810600"/>
                </a:lnTo>
                <a:close/>
              </a:path>
            </a:pathLst>
          </a:custGeom>
          <a:solidFill>
            <a:srgbClr val="E2E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A132758F-4425-7545-AA9C-C0C03050AB3D}"/>
              </a:ext>
            </a:extLst>
          </p:cNvPr>
          <p:cNvGrpSpPr/>
          <p:nvPr userDrawn="1"/>
        </p:nvGrpSpPr>
        <p:grpSpPr>
          <a:xfrm>
            <a:off x="3038404" y="4587567"/>
            <a:ext cx="666750" cy="666750"/>
            <a:chOff x="3038404" y="4587567"/>
            <a:chExt cx="666750" cy="666750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EE796A1-F471-8E44-83F0-03030B577D9F}"/>
                </a:ext>
              </a:extLst>
            </p:cNvPr>
            <p:cNvSpPr/>
            <p:nvPr/>
          </p:nvSpPr>
          <p:spPr>
            <a:xfrm>
              <a:off x="3038404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FCB728D2-B0A1-4F4C-AE6A-AC0B17CC0B36}"/>
                </a:ext>
              </a:extLst>
            </p:cNvPr>
            <p:cNvSpPr/>
            <p:nvPr/>
          </p:nvSpPr>
          <p:spPr>
            <a:xfrm>
              <a:off x="3107299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4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6">
            <a:extLst>
              <a:ext uri="{FF2B5EF4-FFF2-40B4-BE49-F238E27FC236}">
                <a16:creationId xmlns:a16="http://schemas.microsoft.com/office/drawing/2014/main" id="{C0E9ED03-362B-AE45-A9D4-80A5664B74F3}"/>
              </a:ext>
            </a:extLst>
          </p:cNvPr>
          <p:cNvGrpSpPr/>
          <p:nvPr userDrawn="1"/>
        </p:nvGrpSpPr>
        <p:grpSpPr>
          <a:xfrm>
            <a:off x="8810625" y="4587567"/>
            <a:ext cx="666750" cy="666750"/>
            <a:chOff x="8810625" y="4587567"/>
            <a:chExt cx="666750" cy="666750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6282527D-7A04-5B4F-B9DE-630BE1CE8A48}"/>
                </a:ext>
              </a:extLst>
            </p:cNvPr>
            <p:cNvSpPr/>
            <p:nvPr/>
          </p:nvSpPr>
          <p:spPr>
            <a:xfrm>
              <a:off x="8810625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9EDC340F-5919-E243-B79D-5F0418AAD988}"/>
                </a:ext>
              </a:extLst>
            </p:cNvPr>
            <p:cNvSpPr/>
            <p:nvPr/>
          </p:nvSpPr>
          <p:spPr>
            <a:xfrm>
              <a:off x="8879520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4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9">
            <a:extLst>
              <a:ext uri="{FF2B5EF4-FFF2-40B4-BE49-F238E27FC236}">
                <a16:creationId xmlns:a16="http://schemas.microsoft.com/office/drawing/2014/main" id="{35D8E979-DA44-704A-9637-262318742B6D}"/>
              </a:ext>
            </a:extLst>
          </p:cNvPr>
          <p:cNvGrpSpPr/>
          <p:nvPr userDrawn="1"/>
        </p:nvGrpSpPr>
        <p:grpSpPr>
          <a:xfrm>
            <a:off x="14582846" y="4587567"/>
            <a:ext cx="666750" cy="666750"/>
            <a:chOff x="14582846" y="4587567"/>
            <a:chExt cx="666750" cy="666750"/>
          </a:xfrm>
        </p:grpSpPr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7192930E-74C8-0F49-B609-DA27FD6130DC}"/>
                </a:ext>
              </a:extLst>
            </p:cNvPr>
            <p:cNvSpPr/>
            <p:nvPr/>
          </p:nvSpPr>
          <p:spPr>
            <a:xfrm>
              <a:off x="14582846" y="4587567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9"/>
                  </a:lnTo>
                  <a:lnTo>
                    <a:pt x="213397" y="644412"/>
                  </a:lnTo>
                  <a:lnTo>
                    <a:pt x="176223" y="627385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8"/>
                  </a:lnTo>
                  <a:lnTo>
                    <a:pt x="56183" y="518588"/>
                  </a:lnTo>
                  <a:lnTo>
                    <a:pt x="35595" y="483261"/>
                  </a:lnTo>
                  <a:lnTo>
                    <a:pt x="19487" y="445685"/>
                  </a:lnTo>
                  <a:lnTo>
                    <a:pt x="8100" y="406420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8"/>
                  </a:lnTo>
                  <a:lnTo>
                    <a:pt x="12075" y="244461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2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7" y="43310"/>
                  </a:lnTo>
                  <a:lnTo>
                    <a:pt x="531966" y="65605"/>
                  </a:lnTo>
                  <a:lnTo>
                    <a:pt x="563248" y="91927"/>
                  </a:lnTo>
                  <a:lnTo>
                    <a:pt x="591077" y="121884"/>
                  </a:lnTo>
                  <a:lnTo>
                    <a:pt x="615029" y="155022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4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1"/>
                  </a:lnTo>
                  <a:lnTo>
                    <a:pt x="654674" y="422287"/>
                  </a:lnTo>
                  <a:lnTo>
                    <a:pt x="641373" y="460951"/>
                  </a:lnTo>
                  <a:lnTo>
                    <a:pt x="623439" y="497697"/>
                  </a:lnTo>
                  <a:lnTo>
                    <a:pt x="601144" y="531966"/>
                  </a:lnTo>
                  <a:lnTo>
                    <a:pt x="574822" y="563248"/>
                  </a:lnTo>
                  <a:lnTo>
                    <a:pt x="544865" y="591077"/>
                  </a:lnTo>
                  <a:lnTo>
                    <a:pt x="511727" y="615029"/>
                  </a:lnTo>
                  <a:lnTo>
                    <a:pt x="475911" y="634742"/>
                  </a:lnTo>
                  <a:lnTo>
                    <a:pt x="437950" y="649923"/>
                  </a:lnTo>
                  <a:lnTo>
                    <a:pt x="398413" y="660344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AB0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953E29BB-3C73-4F43-A743-516D6718F5B0}"/>
                </a:ext>
              </a:extLst>
            </p:cNvPr>
            <p:cNvSpPr/>
            <p:nvPr/>
          </p:nvSpPr>
          <p:spPr>
            <a:xfrm>
              <a:off x="14651741" y="4731251"/>
              <a:ext cx="528955" cy="419734"/>
            </a:xfrm>
            <a:custGeom>
              <a:avLst/>
              <a:gdLst/>
              <a:ahLst/>
              <a:cxnLst/>
              <a:rect l="l" t="t" r="r" b="b"/>
              <a:pathLst>
                <a:path w="528955" h="419735">
                  <a:moveTo>
                    <a:pt x="181802" y="419585"/>
                  </a:moveTo>
                  <a:lnTo>
                    <a:pt x="0" y="237796"/>
                  </a:lnTo>
                  <a:lnTo>
                    <a:pt x="72435" y="165353"/>
                  </a:lnTo>
                  <a:lnTo>
                    <a:pt x="181802" y="274700"/>
                  </a:lnTo>
                  <a:lnTo>
                    <a:pt x="456477" y="0"/>
                  </a:lnTo>
                  <a:lnTo>
                    <a:pt x="528939" y="72429"/>
                  </a:lnTo>
                  <a:lnTo>
                    <a:pt x="181802" y="4195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2">
            <a:extLst>
              <a:ext uri="{FF2B5EF4-FFF2-40B4-BE49-F238E27FC236}">
                <a16:creationId xmlns:a16="http://schemas.microsoft.com/office/drawing/2014/main" id="{2638A373-060A-9944-AAC5-0F63BB888D45}"/>
              </a:ext>
            </a:extLst>
          </p:cNvPr>
          <p:cNvSpPr/>
          <p:nvPr userDrawn="1"/>
        </p:nvSpPr>
        <p:spPr>
          <a:xfrm>
            <a:off x="0" y="5"/>
            <a:ext cx="18288000" cy="3476625"/>
          </a:xfrm>
          <a:custGeom>
            <a:avLst/>
            <a:gdLst/>
            <a:ahLst/>
            <a:cxnLst/>
            <a:rect l="l" t="t" r="r" b="b"/>
            <a:pathLst>
              <a:path w="18288000" h="3476625">
                <a:moveTo>
                  <a:pt x="18287998" y="3476398"/>
                </a:moveTo>
                <a:lnTo>
                  <a:pt x="0" y="3476398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476398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E23A0DA2-3DD8-2B4E-B329-78C066EE20B4}"/>
              </a:ext>
            </a:extLst>
          </p:cNvPr>
          <p:cNvSpPr/>
          <p:nvPr userDrawn="1"/>
        </p:nvSpPr>
        <p:spPr>
          <a:xfrm>
            <a:off x="3993648" y="4906178"/>
            <a:ext cx="4524375" cy="28575"/>
          </a:xfrm>
          <a:custGeom>
            <a:avLst/>
            <a:gdLst/>
            <a:ahLst/>
            <a:cxnLst/>
            <a:rect l="l" t="t" r="r" b="b"/>
            <a:pathLst>
              <a:path w="4524375" h="28575">
                <a:moveTo>
                  <a:pt x="4524374" y="28574"/>
                </a:moveTo>
                <a:lnTo>
                  <a:pt x="0" y="28574"/>
                </a:lnTo>
                <a:lnTo>
                  <a:pt x="0" y="0"/>
                </a:lnTo>
                <a:lnTo>
                  <a:pt x="4524374" y="0"/>
                </a:lnTo>
                <a:lnTo>
                  <a:pt x="452437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ACF01AE1-8375-6D49-87BF-2EB8449048FE}"/>
              </a:ext>
            </a:extLst>
          </p:cNvPr>
          <p:cNvSpPr/>
          <p:nvPr userDrawn="1"/>
        </p:nvSpPr>
        <p:spPr>
          <a:xfrm>
            <a:off x="9772872" y="4906178"/>
            <a:ext cx="4524375" cy="28575"/>
          </a:xfrm>
          <a:custGeom>
            <a:avLst/>
            <a:gdLst/>
            <a:ahLst/>
            <a:cxnLst/>
            <a:rect l="l" t="t" r="r" b="b"/>
            <a:pathLst>
              <a:path w="4524375" h="28575">
                <a:moveTo>
                  <a:pt x="4524374" y="28574"/>
                </a:moveTo>
                <a:lnTo>
                  <a:pt x="0" y="28574"/>
                </a:lnTo>
                <a:lnTo>
                  <a:pt x="0" y="0"/>
                </a:lnTo>
                <a:lnTo>
                  <a:pt x="4524374" y="0"/>
                </a:lnTo>
                <a:lnTo>
                  <a:pt x="452437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6AC63CF-ED64-3C48-A8F8-E5A12C28CB82}"/>
              </a:ext>
            </a:extLst>
          </p:cNvPr>
          <p:cNvSpPr/>
          <p:nvPr userDrawn="1"/>
        </p:nvSpPr>
        <p:spPr>
          <a:xfrm>
            <a:off x="0" y="4906178"/>
            <a:ext cx="2746375" cy="28575"/>
          </a:xfrm>
          <a:custGeom>
            <a:avLst/>
            <a:gdLst/>
            <a:ahLst/>
            <a:cxnLst/>
            <a:rect l="l" t="t" r="r" b="b"/>
            <a:pathLst>
              <a:path w="2746375" h="28575">
                <a:moveTo>
                  <a:pt x="0" y="0"/>
                </a:moveTo>
                <a:lnTo>
                  <a:pt x="2745802" y="0"/>
                </a:lnTo>
                <a:lnTo>
                  <a:pt x="2745802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627688F9-A97E-2E45-845E-D660F6710D04}"/>
              </a:ext>
            </a:extLst>
          </p:cNvPr>
          <p:cNvSpPr/>
          <p:nvPr userDrawn="1"/>
        </p:nvSpPr>
        <p:spPr>
          <a:xfrm>
            <a:off x="15545094" y="4906178"/>
            <a:ext cx="2743200" cy="28575"/>
          </a:xfrm>
          <a:custGeom>
            <a:avLst/>
            <a:gdLst/>
            <a:ahLst/>
            <a:cxnLst/>
            <a:rect l="l" t="t" r="r" b="b"/>
            <a:pathLst>
              <a:path w="2743200" h="28575">
                <a:moveTo>
                  <a:pt x="2742904" y="28574"/>
                </a:moveTo>
                <a:lnTo>
                  <a:pt x="0" y="28574"/>
                </a:lnTo>
                <a:lnTo>
                  <a:pt x="0" y="0"/>
                </a:lnTo>
                <a:lnTo>
                  <a:pt x="2742904" y="0"/>
                </a:lnTo>
                <a:lnTo>
                  <a:pt x="2742904" y="28574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>
            <a:extLst>
              <a:ext uri="{FF2B5EF4-FFF2-40B4-BE49-F238E27FC236}">
                <a16:creationId xmlns:a16="http://schemas.microsoft.com/office/drawing/2014/main" id="{CF98B535-BC65-2A46-BF33-96B9095827FB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4052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>
            <a:extLst>
              <a:ext uri="{FF2B5EF4-FFF2-40B4-BE49-F238E27FC236}">
                <a16:creationId xmlns:a16="http://schemas.microsoft.com/office/drawing/2014/main" id="{C9AB780C-9DEC-6640-95BC-9202E9FA9A63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A583057E-1627-9240-84E7-0B987F4FC3D9}"/>
              </a:ext>
            </a:extLst>
          </p:cNvPr>
          <p:cNvSpPr/>
          <p:nvPr userDrawn="1"/>
        </p:nvSpPr>
        <p:spPr>
          <a:xfrm>
            <a:off x="4524821" y="0"/>
            <a:ext cx="13763625" cy="2529205"/>
          </a:xfrm>
          <a:custGeom>
            <a:avLst/>
            <a:gdLst/>
            <a:ahLst/>
            <a:cxnLst/>
            <a:rect l="l" t="t" r="r" b="b"/>
            <a:pathLst>
              <a:path w="13763625" h="2529205">
                <a:moveTo>
                  <a:pt x="13763177" y="2528640"/>
                </a:moveTo>
                <a:lnTo>
                  <a:pt x="0" y="2528640"/>
                </a:lnTo>
                <a:lnTo>
                  <a:pt x="0" y="0"/>
                </a:lnTo>
                <a:lnTo>
                  <a:pt x="13763177" y="0"/>
                </a:lnTo>
                <a:lnTo>
                  <a:pt x="13763177" y="2528640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E0A01-F7E8-C549-A4ED-323A8B314E76}"/>
              </a:ext>
            </a:extLst>
          </p:cNvPr>
          <p:cNvSpPr/>
          <p:nvPr userDrawn="1"/>
        </p:nvSpPr>
        <p:spPr>
          <a:xfrm>
            <a:off x="0" y="0"/>
            <a:ext cx="4724401" cy="1028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DC6F6AB5-0D8A-D64C-8F1E-344A0A81C731}"/>
              </a:ext>
            </a:extLst>
          </p:cNvPr>
          <p:cNvSpPr/>
          <p:nvPr userDrawn="1"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Picture 33" descr="Text&#10;&#10;Description automatically generated">
            <a:extLst>
              <a:ext uri="{FF2B5EF4-FFF2-40B4-BE49-F238E27FC236}">
                <a16:creationId xmlns:a16="http://schemas.microsoft.com/office/drawing/2014/main" id="{0C7BAFFB-B8E2-2047-BAA8-1EB16ACC12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1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91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62" r:id="rId13"/>
    <p:sldLayoutId id="2147483663" r:id="rId14"/>
    <p:sldLayoutId id="2147483661" r:id="rId15"/>
    <p:sldLayoutId id="2147483666" r:id="rId16"/>
    <p:sldLayoutId id="2147483664" r:id="rId17"/>
    <p:sldLayoutId id="2147483670" r:id="rId18"/>
    <p:sldLayoutId id="2147483667" r:id="rId19"/>
    <p:sldLayoutId id="2147483668" r:id="rId20"/>
    <p:sldLayoutId id="2147483669" r:id="rId21"/>
    <p:sldLayoutId id="2147483671" r:id="rId22"/>
    <p:sldLayoutId id="2147483672" r:id="rId23"/>
  </p:sldLayoutIdLst>
  <p:txStyles>
    <p:titleStyle>
      <a:lvl1pPr eaLnBrk="1" hangingPunct="1">
        <a:defRPr b="0" i="0"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eaLnBrk="1" hangingPunct="1">
        <a:defRPr b="0" i="0"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" t="41756" r="65" b="27294"/>
          <a:stretch/>
        </p:blipFill>
        <p:spPr>
          <a:xfrm>
            <a:off x="0" y="1"/>
            <a:ext cx="18276078" cy="37969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3796951"/>
            <a:ext cx="18288000" cy="3714222"/>
          </a:xfrm>
          <a:custGeom>
            <a:avLst/>
            <a:gdLst/>
            <a:ahLst/>
            <a:cxnLst/>
            <a:rect l="l" t="t" r="r" b="b"/>
            <a:pathLst>
              <a:path w="18288000" h="4733925">
                <a:moveTo>
                  <a:pt x="0" y="0"/>
                </a:moveTo>
                <a:lnTo>
                  <a:pt x="18287999" y="0"/>
                </a:lnTo>
                <a:lnTo>
                  <a:pt x="18287999" y="4733924"/>
                </a:lnTo>
                <a:lnTo>
                  <a:pt x="0" y="4733924"/>
                </a:lnTo>
                <a:lnTo>
                  <a:pt x="0" y="0"/>
                </a:lnTo>
                <a:close/>
              </a:path>
            </a:pathLst>
          </a:custGeom>
          <a:solidFill>
            <a:srgbClr val="0C234B"/>
          </a:solidFill>
          <a:ln>
            <a:noFill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4294967295"/>
          </p:nvPr>
        </p:nvSpPr>
        <p:spPr>
          <a:xfrm>
            <a:off x="-11922" y="2776538"/>
            <a:ext cx="18288000" cy="3033712"/>
          </a:xfrm>
          <a:prstGeom prst="rect">
            <a:avLst/>
          </a:prstGeom>
        </p:spPr>
        <p:txBody>
          <a:bodyPr vert="horz" wrap="square" lIns="0" tIns="1653154" rIns="0" bIns="0" rtlCol="0">
            <a:noAutofit/>
          </a:bodyPr>
          <a:lstStyle/>
          <a:p>
            <a:pPr algn="ctr">
              <a:lnSpc>
                <a:spcPts val="10580"/>
              </a:lnSpc>
              <a:spcBef>
                <a:spcPts val="6634"/>
              </a:spcBef>
            </a:pPr>
            <a:r>
              <a:rPr lang="en-US" sz="6000" dirty="0">
                <a:solidFill>
                  <a:schemeClr val="bg1"/>
                </a:solidFill>
              </a:rPr>
              <a:t>UA Nav Access: AI-Powered Accessible Campus Navigation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4899025" y="6211888"/>
            <a:ext cx="8489950" cy="4826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715135" algn="l"/>
                <a:tab pos="2174240" algn="l"/>
                <a:tab pos="4725670" algn="l"/>
              </a:tabLst>
            </a:pPr>
            <a:r>
              <a:rPr lang="en-US" sz="3000" dirty="0">
                <a:solidFill>
                  <a:schemeClr val="bg1"/>
                </a:solidFill>
              </a:rPr>
              <a:t>THE UNIVERSITY OF ARIZONA – College of Information</a:t>
            </a:r>
            <a:endParaRPr sz="3000" dirty="0">
              <a:solidFill>
                <a:schemeClr val="bg1"/>
              </a:solidFill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03FAADE2-55B1-BD41-8D38-37C210B32D7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" t="70808" r="65" b="6554"/>
          <a:stretch/>
        </p:blipFill>
        <p:spPr>
          <a:xfrm>
            <a:off x="0" y="7505701"/>
            <a:ext cx="18276078" cy="2777248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45A2AF0-B580-DF4C-8F62-06FFAD015E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88" y="859548"/>
            <a:ext cx="2044700" cy="1917700"/>
          </a:xfrm>
          <a:prstGeom prst="rect">
            <a:avLst/>
          </a:prstGeom>
          <a:effectLst>
            <a:glow rad="342900">
              <a:schemeClr val="tx1">
                <a:alpha val="34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A51EF-5968-171E-22B5-0B73175D04B9}"/>
              </a:ext>
            </a:extLst>
          </p:cNvPr>
          <p:cNvSpPr txBox="1"/>
          <p:nvPr/>
        </p:nvSpPr>
        <p:spPr>
          <a:xfrm>
            <a:off x="2743200" y="1943100"/>
            <a:ext cx="12801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spc="41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  <a:p>
            <a:pPr algn="ctr"/>
            <a:endParaRPr lang="en-US" sz="3000" b="1" spc="41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3000" b="1" spc="410" dirty="0">
              <a:solidFill>
                <a:srgbClr val="FFFFF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5400" spc="4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Working together to enhance accessibility, foster independence, and create an inclusive environment through AI-driven campus navigation assistance.</a:t>
            </a:r>
          </a:p>
          <a:p>
            <a:pPr algn="ctr"/>
            <a:endParaRPr lang="en-US" sz="3000" spc="40" dirty="0">
              <a:solidFill>
                <a:srgbClr val="FFFFF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337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76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36865" y="-97366"/>
            <a:ext cx="10351135" cy="4582795"/>
          </a:xfrm>
          <a:custGeom>
            <a:avLst/>
            <a:gdLst/>
            <a:ahLst/>
            <a:cxnLst/>
            <a:rect l="l" t="t" r="r" b="b"/>
            <a:pathLst>
              <a:path w="10351135" h="4582795">
                <a:moveTo>
                  <a:pt x="10350721" y="4582329"/>
                </a:moveTo>
                <a:lnTo>
                  <a:pt x="0" y="4582329"/>
                </a:lnTo>
                <a:lnTo>
                  <a:pt x="0" y="0"/>
                </a:lnTo>
                <a:lnTo>
                  <a:pt x="10350721" y="0"/>
                </a:lnTo>
                <a:lnTo>
                  <a:pt x="10350721" y="4582329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53034" y="5371375"/>
            <a:ext cx="7936864" cy="3543783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enhance campus accessibility and safety by developing AI-powered tools that convert visual map data into accessible, non-visual navigation instructions, thereby empowering visually impaired individuals to navigate the University of Arizona campus independently.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66662" y="3278065"/>
            <a:ext cx="4154804" cy="640715"/>
          </a:xfrm>
          <a:prstGeom prst="rect">
            <a:avLst/>
          </a:prstGeom>
        </p:spPr>
        <p:txBody>
          <a:bodyPr vert="horz" wrap="square" lIns="0" tIns="1714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00710" algn="l"/>
              </a:tabLst>
            </a:pP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10746229" y="1770183"/>
            <a:ext cx="4692650" cy="1130300"/>
          </a:xfrm>
          <a:prstGeom prst="rect">
            <a:avLst/>
          </a:prstGeom>
        </p:spPr>
        <p:txBody>
          <a:bodyPr vert="horz" wrap="square" lIns="0" tIns="13716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80"/>
              </a:spcBef>
            </a:pPr>
            <a:r>
              <a:rPr lang="en-IN" sz="6000" dirty="0">
                <a:solidFill>
                  <a:schemeClr val="bg1"/>
                </a:solidFill>
                <a:latin typeface="Bradley Hand ITC" panose="03070402050302030203" pitchFamily="66" charset="0"/>
              </a:rPr>
              <a:t>Mission</a:t>
            </a:r>
            <a:endParaRPr sz="6000" dirty="0">
              <a:solidFill>
                <a:schemeClr val="bg1"/>
              </a:solidFill>
              <a:latin typeface="Bradley Hand ITC" panose="03070402050302030203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12241" y="9413143"/>
            <a:ext cx="2559685" cy="2997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800" spc="-75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10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800" spc="-70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75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spc="-70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rgbClr val="81D3E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Arizona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object 1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" t="6000" b="8738"/>
          <a:stretch/>
        </p:blipFill>
        <p:spPr>
          <a:xfrm>
            <a:off x="-39757" y="-97366"/>
            <a:ext cx="7976622" cy="10286998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2AE24F3F-307C-6C43-93F1-4976753414B2}"/>
              </a:ext>
            </a:extLst>
          </p:cNvPr>
          <p:cNvSpPr txBox="1"/>
          <p:nvPr/>
        </p:nvSpPr>
        <p:spPr>
          <a:xfrm>
            <a:off x="9366663" y="7143267"/>
            <a:ext cx="6406738" cy="1120178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F5CA5AD2-7C94-6C4A-871C-04B00E924306}"/>
              </a:ext>
            </a:extLst>
          </p:cNvPr>
          <p:cNvSpPr/>
          <p:nvPr/>
        </p:nvSpPr>
        <p:spPr>
          <a:xfrm>
            <a:off x="6299612" y="9670322"/>
            <a:ext cx="6134100" cy="8269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E3E2E28C-FEB1-589F-69E8-7432F3259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004965"/>
            <a:ext cx="16306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campus maps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inaccessible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visually impaired people.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Existing tools lack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context-aware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accessible navigation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Goal: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AI-powered, independent navigation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building identification, nearby places, and accessible routing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AB4253-174E-6D61-2D14-6AD602838207}"/>
              </a:ext>
            </a:extLst>
          </p:cNvPr>
          <p:cNvSpPr txBox="1"/>
          <p:nvPr/>
        </p:nvSpPr>
        <p:spPr>
          <a:xfrm>
            <a:off x="3886200" y="2095500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</a:rPr>
              <a:t>Project 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BFE09A-40C7-423A-040B-29E4EC26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02047E-76DF-6261-2E67-A604DFC163C8}"/>
              </a:ext>
            </a:extLst>
          </p:cNvPr>
          <p:cNvSpPr/>
          <p:nvPr/>
        </p:nvSpPr>
        <p:spPr>
          <a:xfrm>
            <a:off x="8389730" y="-11065"/>
            <a:ext cx="9931400" cy="10287000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21FB1E5-1AE1-249A-EFFD-269BB308898B}"/>
              </a:ext>
            </a:extLst>
          </p:cNvPr>
          <p:cNvSpPr txBox="1"/>
          <p:nvPr/>
        </p:nvSpPr>
        <p:spPr>
          <a:xfrm>
            <a:off x="8966763" y="2593848"/>
            <a:ext cx="8837577" cy="5410200"/>
          </a:xfrm>
          <a:prstGeom prst="rect">
            <a:avLst/>
          </a:prstGeom>
        </p:spPr>
        <p:txBody>
          <a:bodyPr vert="horz" wrap="square" lIns="0" tIns="8636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3600" dirty="0"/>
              <a:t>📸 </a:t>
            </a:r>
            <a:r>
              <a:rPr lang="en-IN" sz="3600" dirty="0">
                <a:solidFill>
                  <a:schemeClr val="bg1"/>
                </a:solidFill>
              </a:rPr>
              <a:t>Upload Campus Map Screenshot</a:t>
            </a:r>
            <a:endParaRPr lang="en-IN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600" dirty="0">
                <a:solidFill>
                  <a:schemeClr val="bg1"/>
                </a:solidFill>
              </a:rPr>
              <a:t>📍 Geolocation and Nearby Place Discovery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</a:pPr>
            <a:r>
              <a:rPr lang="en-IN" sz="3600" dirty="0">
                <a:solidFill>
                  <a:schemeClr val="bg1"/>
                </a:solidFill>
              </a:rPr>
              <a:t>🚶‍♂️ Step-by-Step Route Directions</a:t>
            </a:r>
          </a:p>
          <a:p>
            <a:pPr marL="12700" algn="ctr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</a:pPr>
            <a:endParaRPr 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600" dirty="0">
                <a:solidFill>
                  <a:schemeClr val="bg1"/>
                </a:solidFill>
              </a:rPr>
              <a:t>♿ Accessibility Feature Integration (Ramps &amp; Elevators)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353688-5D2C-99D9-FAA5-C84AFD3C2D00}"/>
              </a:ext>
            </a:extLst>
          </p:cNvPr>
          <p:cNvSpPr txBox="1"/>
          <p:nvPr/>
        </p:nvSpPr>
        <p:spPr>
          <a:xfrm>
            <a:off x="9911718" y="2247900"/>
            <a:ext cx="5186045" cy="640715"/>
          </a:xfrm>
          <a:prstGeom prst="rect">
            <a:avLst/>
          </a:prstGeom>
        </p:spPr>
        <p:txBody>
          <a:bodyPr vert="horz" wrap="square" lIns="0" tIns="1714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40305" algn="l"/>
                <a:tab pos="3320415" algn="l"/>
              </a:tabLst>
            </a:pP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B6B8B3C-13CC-17B4-46A6-BE26EC415E5F}"/>
              </a:ext>
            </a:extLst>
          </p:cNvPr>
          <p:cNvSpPr/>
          <p:nvPr/>
        </p:nvSpPr>
        <p:spPr>
          <a:xfrm>
            <a:off x="35942" y="11065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8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8"/>
                </a:lnTo>
                <a:lnTo>
                  <a:pt x="0" y="10286998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B6D084F-BD12-FF13-4F88-EDE357B649BB}"/>
              </a:ext>
            </a:extLst>
          </p:cNvPr>
          <p:cNvSpPr txBox="1"/>
          <p:nvPr/>
        </p:nvSpPr>
        <p:spPr>
          <a:xfrm>
            <a:off x="1409203" y="4029663"/>
            <a:ext cx="5923280" cy="1418637"/>
          </a:xfrm>
          <a:prstGeom prst="rect">
            <a:avLst/>
          </a:prstGeom>
        </p:spPr>
        <p:txBody>
          <a:bodyPr vert="horz" wrap="square" lIns="0" tIns="137160" rIns="0" bIns="0" rtlCol="0">
            <a:noAutofit/>
          </a:bodyPr>
          <a:lstStyle/>
          <a:p>
            <a:pPr marR="5080" algn="ctr">
              <a:lnSpc>
                <a:spcPct val="100000"/>
              </a:lnSpc>
              <a:spcBef>
                <a:spcPts val="1080"/>
              </a:spcBef>
            </a:pPr>
            <a:r>
              <a:rPr lang="en-IN" sz="6500" spc="3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FEATURES</a:t>
            </a:r>
            <a:endParaRPr sz="6500" spc="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F20615A-1565-AB6A-E37C-A8EB79140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5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619678-D701-F029-FA32-4FD21DAB4574}"/>
              </a:ext>
            </a:extLst>
          </p:cNvPr>
          <p:cNvSpPr/>
          <p:nvPr/>
        </p:nvSpPr>
        <p:spPr>
          <a:xfrm>
            <a:off x="8191500" y="10391"/>
            <a:ext cx="1905000" cy="9639300"/>
          </a:xfrm>
          <a:prstGeom prst="rect">
            <a:avLst/>
          </a:prstGeom>
          <a:solidFill>
            <a:srgbClr val="0C234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45FD9-822D-0CAA-4215-31F679981D60}"/>
              </a:ext>
            </a:extLst>
          </p:cNvPr>
          <p:cNvSpPr txBox="1"/>
          <p:nvPr/>
        </p:nvSpPr>
        <p:spPr>
          <a:xfrm>
            <a:off x="11125200" y="4035503"/>
            <a:ext cx="6172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chemeClr val="bg1"/>
                </a:solidFill>
              </a:rPr>
              <a:t>PROJECT IMPACT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E15C18D-59A5-9E57-99F6-B1B8A4F64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" y="-1392902"/>
            <a:ext cx="10210800" cy="1307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2700" algn="ctr">
              <a:spcBef>
                <a:spcPts val="680"/>
              </a:spcBef>
              <a:buClr>
                <a:srgbClr val="AB0520"/>
              </a:buClr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2700" algn="ctr">
              <a:spcBef>
                <a:spcPts val="680"/>
              </a:spcBef>
              <a:buClr>
                <a:srgbClr val="AB0520"/>
              </a:buClr>
            </a:pP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2700" algn="ctr">
              <a:spcBef>
                <a:spcPts val="680"/>
              </a:spcBef>
              <a:buClr>
                <a:srgbClr val="AB0520"/>
              </a:buClr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2700" algn="ctr">
              <a:spcBef>
                <a:spcPts val="680"/>
              </a:spcBef>
              <a:buClr>
                <a:srgbClr val="AB0520"/>
              </a:buClr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Improves campus navigation accessibility.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3200" dirty="0">
                <a:solidFill>
                  <a:schemeClr val="bg1"/>
                </a:solidFill>
              </a:rPr>
              <a:t>upports independent exploration for visually </a:t>
            </a:r>
          </a:p>
          <a:p>
            <a:pPr marL="12700" algn="ctr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1"/>
                </a:solidFill>
              </a:rPr>
              <a:t>impaired users.</a:t>
            </a:r>
          </a:p>
          <a:p>
            <a:pPr marL="12700" algn="ctr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</a:pP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1"/>
                </a:solidFill>
              </a:rPr>
              <a:t>Provides real-time, context-aware help using 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1"/>
                </a:solidFill>
              </a:rPr>
              <a:t>AI and GIS technologies.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endParaRPr lang="en-US" sz="3200" dirty="0">
              <a:solidFill>
                <a:schemeClr val="bg2"/>
              </a:solidFill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2"/>
                </a:solidFill>
              </a:rPr>
              <a:t>Unique fusion of OCR, LLMs, geospatial 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2"/>
                </a:solidFill>
              </a:rPr>
              <a:t>APIs and </a:t>
            </a:r>
            <a:r>
              <a:rPr lang="en-US" sz="3200" dirty="0" err="1">
                <a:solidFill>
                  <a:schemeClr val="bg2"/>
                </a:solidFill>
              </a:rPr>
              <a:t>PWA</a:t>
            </a:r>
            <a:r>
              <a:rPr lang="en-US" sz="3200" dirty="0">
                <a:solidFill>
                  <a:schemeClr val="bg2"/>
                </a:solidFill>
              </a:rPr>
              <a:t>.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endParaRPr lang="en-US" sz="3200" dirty="0">
              <a:solidFill>
                <a:schemeClr val="bg2"/>
              </a:solidFill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2"/>
                </a:solidFill>
              </a:rPr>
              <a:t>Easily extendable to other universities and 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r>
              <a:rPr lang="en-US" sz="3200" dirty="0">
                <a:solidFill>
                  <a:schemeClr val="bg2"/>
                </a:solidFill>
              </a:rPr>
              <a:t>environments.</a:t>
            </a: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endParaRPr lang="en-US" sz="3200" dirty="0">
              <a:solidFill>
                <a:schemeClr val="bg2"/>
              </a:solidFill>
            </a:endParaRPr>
          </a:p>
          <a:p>
            <a:pPr marL="12700" algn="ctr">
              <a:lnSpc>
                <a:spcPct val="100000"/>
              </a:lnSpc>
              <a:spcBef>
                <a:spcPts val="680"/>
              </a:spcBef>
              <a:buClr>
                <a:srgbClr val="AB0520"/>
              </a:buClr>
            </a:pP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9516435-17BF-1022-0A32-4192B746B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8974"/>
              </p:ext>
            </p:extLst>
          </p:nvPr>
        </p:nvGraphicFramePr>
        <p:xfrm>
          <a:off x="10668000" y="5819458"/>
          <a:ext cx="6362700" cy="939482"/>
        </p:xfrm>
        <a:graphic>
          <a:graphicData uri="http://schemas.openxmlformats.org/drawingml/2006/table">
            <a:tbl>
              <a:tblPr/>
              <a:tblGrid>
                <a:gridCol w="6362700">
                  <a:extLst>
                    <a:ext uri="{9D8B030D-6E8A-4147-A177-3AD203B41FA5}">
                      <a16:colId xmlns:a16="http://schemas.microsoft.com/office/drawing/2014/main" val="5416703"/>
                    </a:ext>
                  </a:extLst>
                </a:gridCol>
              </a:tblGrid>
              <a:tr h="939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58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85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EC7FB4B2-4C34-81E3-700A-394FCA7D402C}"/>
              </a:ext>
            </a:extLst>
          </p:cNvPr>
          <p:cNvSpPr/>
          <p:nvPr/>
        </p:nvSpPr>
        <p:spPr>
          <a:xfrm>
            <a:off x="10114181" y="3771900"/>
            <a:ext cx="2133602" cy="1143000"/>
          </a:xfrm>
          <a:prstGeom prst="round2Diag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Extract Building Information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43B71478-8A03-7D5C-CEC8-D270156BB72E}"/>
              </a:ext>
            </a:extLst>
          </p:cNvPr>
          <p:cNvSpPr/>
          <p:nvPr/>
        </p:nvSpPr>
        <p:spPr>
          <a:xfrm>
            <a:off x="8209542" y="6246400"/>
            <a:ext cx="2133602" cy="1143000"/>
          </a:xfrm>
          <a:prstGeom prst="round2Diag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Generate Walking Directions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3B8A89DD-2530-29DA-AAEC-D253C6BA2417}"/>
              </a:ext>
            </a:extLst>
          </p:cNvPr>
          <p:cNvSpPr/>
          <p:nvPr/>
        </p:nvSpPr>
        <p:spPr>
          <a:xfrm>
            <a:off x="12532888" y="6246400"/>
            <a:ext cx="2133602" cy="1143000"/>
          </a:xfrm>
          <a:prstGeom prst="round2Diag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Include Accessibility Information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68C57FA5-3A67-9D8B-5E1C-B3BCA86FAB3A}"/>
              </a:ext>
            </a:extLst>
          </p:cNvPr>
          <p:cNvSpPr/>
          <p:nvPr/>
        </p:nvSpPr>
        <p:spPr>
          <a:xfrm>
            <a:off x="14249400" y="3771900"/>
            <a:ext cx="2133602" cy="1143000"/>
          </a:xfrm>
          <a:prstGeom prst="round2Diag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Find Nearby Buildings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9B82E362-89F4-2FA3-AFE0-18672D062229}"/>
              </a:ext>
            </a:extLst>
          </p:cNvPr>
          <p:cNvSpPr/>
          <p:nvPr/>
        </p:nvSpPr>
        <p:spPr>
          <a:xfrm>
            <a:off x="5978962" y="3771900"/>
            <a:ext cx="2133602" cy="1143000"/>
          </a:xfrm>
          <a:prstGeom prst="round2Diag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Upload Screenshot</a:t>
            </a: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84F466DB-2972-FA93-1126-C4C0B8FC5C21}"/>
              </a:ext>
            </a:extLst>
          </p:cNvPr>
          <p:cNvSpPr/>
          <p:nvPr/>
        </p:nvSpPr>
        <p:spPr>
          <a:xfrm rot="1404335">
            <a:off x="16185117" y="4747905"/>
            <a:ext cx="1046744" cy="2667000"/>
          </a:xfrm>
          <a:prstGeom prst="curved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Arrow: Notched Right 20">
            <a:extLst>
              <a:ext uri="{FF2B5EF4-FFF2-40B4-BE49-F238E27FC236}">
                <a16:creationId xmlns:a16="http://schemas.microsoft.com/office/drawing/2014/main" id="{630182A8-0E73-F183-4B66-3D9C2BCDAC8D}"/>
              </a:ext>
            </a:extLst>
          </p:cNvPr>
          <p:cNvSpPr/>
          <p:nvPr/>
        </p:nvSpPr>
        <p:spPr>
          <a:xfrm>
            <a:off x="8538584" y="4038115"/>
            <a:ext cx="1211912" cy="611612"/>
          </a:xfrm>
          <a:prstGeom prst="notchedRightArrow">
            <a:avLst>
              <a:gd name="adj1" fmla="val 36868"/>
              <a:gd name="adj2" fmla="val 519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C05AFB71-63A2-C7DA-FFB9-D3940820307B}"/>
              </a:ext>
            </a:extLst>
          </p:cNvPr>
          <p:cNvSpPr/>
          <p:nvPr/>
        </p:nvSpPr>
        <p:spPr>
          <a:xfrm>
            <a:off x="12673803" y="4038115"/>
            <a:ext cx="1211912" cy="611612"/>
          </a:xfrm>
          <a:prstGeom prst="notchedRightArrow">
            <a:avLst>
              <a:gd name="adj1" fmla="val 36868"/>
              <a:gd name="adj2" fmla="val 519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24162F45-692E-9E85-D9FD-D98E9BC390AC}"/>
              </a:ext>
            </a:extLst>
          </p:cNvPr>
          <p:cNvSpPr/>
          <p:nvPr/>
        </p:nvSpPr>
        <p:spPr>
          <a:xfrm flipH="1">
            <a:off x="10782200" y="6512094"/>
            <a:ext cx="1185839" cy="611612"/>
          </a:xfrm>
          <a:prstGeom prst="notchedRightArrow">
            <a:avLst>
              <a:gd name="adj1" fmla="val 36868"/>
              <a:gd name="adj2" fmla="val 519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4935D8-35C9-9DDE-6968-6626B778DC39}"/>
              </a:ext>
            </a:extLst>
          </p:cNvPr>
          <p:cNvSpPr txBox="1"/>
          <p:nvPr/>
        </p:nvSpPr>
        <p:spPr>
          <a:xfrm>
            <a:off x="7833469" y="906559"/>
            <a:ext cx="7011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</a:rPr>
              <a:t>WORK FLOW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48F04C8-0B60-85F4-BCA1-23D9CBFF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0575"/>
            <a:ext cx="292417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360FBAA6-8031-D81B-9BD4-C1950F2E7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66" y="3600965"/>
            <a:ext cx="2931664" cy="293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9D1F958-F54C-1A42-D010-2766C4175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79" y="6893607"/>
            <a:ext cx="3023095" cy="30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326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6F224-9DA9-3A91-7B2A-BD266BBCDD7E}"/>
              </a:ext>
            </a:extLst>
          </p:cNvPr>
          <p:cNvSpPr txBox="1"/>
          <p:nvPr/>
        </p:nvSpPr>
        <p:spPr>
          <a:xfrm>
            <a:off x="762000" y="1257300"/>
            <a:ext cx="7620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Frontend</a:t>
            </a:r>
          </a:p>
          <a:p>
            <a:pPr algn="ctr"/>
            <a:endParaRPr lang="en-IN" sz="4400" b="1" dirty="0"/>
          </a:p>
          <a:p>
            <a:pPr algn="ctr"/>
            <a:r>
              <a:rPr lang="en-IN" sz="4400" b="1" dirty="0"/>
              <a:t> </a:t>
            </a:r>
            <a:r>
              <a:rPr lang="en-IN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HTML, CSS, JavaScript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5EA29-D8AD-C0BE-634A-7964EBFFDCF9}"/>
              </a:ext>
            </a:extLst>
          </p:cNvPr>
          <p:cNvSpPr txBox="1"/>
          <p:nvPr/>
        </p:nvSpPr>
        <p:spPr>
          <a:xfrm>
            <a:off x="9982200" y="6667500"/>
            <a:ext cx="7543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Backend</a:t>
            </a:r>
          </a:p>
          <a:p>
            <a:pPr algn="ctr"/>
            <a:endParaRPr lang="en-IN" sz="4400" b="1" dirty="0"/>
          </a:p>
          <a:p>
            <a:pPr algn="ctr"/>
            <a:r>
              <a:rPr lang="en-IN" sz="4400" dirty="0"/>
              <a:t> </a:t>
            </a:r>
            <a:r>
              <a:rPr lang="en-IN" sz="4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FastAPI</a:t>
            </a:r>
            <a:r>
              <a:rPr lang="en-IN" sz="4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(Python)</a:t>
            </a:r>
          </a:p>
        </p:txBody>
      </p:sp>
      <p:pic>
        <p:nvPicPr>
          <p:cNvPr id="4099" name="Picture 3" descr="680+ Front End Developer Stock Photos, Pictures &amp; Royalty ...">
            <a:extLst>
              <a:ext uri="{FF2B5EF4-FFF2-40B4-BE49-F238E27FC236}">
                <a16:creationId xmlns:a16="http://schemas.microsoft.com/office/drawing/2014/main" id="{5A32EF2A-AE77-70CB-1409-B155D88BB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571500"/>
            <a:ext cx="75438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How we improved our Python backend ...">
            <a:extLst>
              <a:ext uri="{FF2B5EF4-FFF2-40B4-BE49-F238E27FC236}">
                <a16:creationId xmlns:a16="http://schemas.microsoft.com/office/drawing/2014/main" id="{833C1A76-0717-80F1-C0D0-7F039932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905500"/>
            <a:ext cx="8153400" cy="370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1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BED1DD-5F43-4C33-B68C-D685FFEE1C94}"/>
              </a:ext>
            </a:extLst>
          </p:cNvPr>
          <p:cNvSpPr txBox="1"/>
          <p:nvPr/>
        </p:nvSpPr>
        <p:spPr>
          <a:xfrm>
            <a:off x="9601200" y="749197"/>
            <a:ext cx="6692089" cy="769620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algn="ctr" fontAlgn="base"/>
            <a:r>
              <a:rPr lang="en-IN" sz="4800" b="1" dirty="0">
                <a:solidFill>
                  <a:schemeClr val="bg2"/>
                </a:solidFill>
              </a:rPr>
              <a:t>AI Models</a:t>
            </a:r>
          </a:p>
          <a:p>
            <a:pPr marL="457200" indent="-457200" algn="ctr" fontAlgn="base">
              <a:buFont typeface="Arial" panose="020B0604020202020204" pitchFamily="34" charset="0"/>
              <a:buChar char="•"/>
            </a:pPr>
            <a:endParaRPr lang="en-IN" sz="4800" b="1" dirty="0">
              <a:solidFill>
                <a:schemeClr val="bg2"/>
              </a:solidFill>
            </a:endParaRPr>
          </a:p>
          <a:p>
            <a:pPr algn="ctr" fontAlgn="base"/>
            <a:r>
              <a:rPr lang="en-IN" sz="4800" dirty="0">
                <a:solidFill>
                  <a:schemeClr val="bg2"/>
                </a:solidFill>
              </a:rPr>
              <a:t>Tesseract OCR, </a:t>
            </a:r>
          </a:p>
          <a:p>
            <a:pPr algn="ctr" fontAlgn="base"/>
            <a:r>
              <a:rPr lang="en-IN" sz="4800" dirty="0">
                <a:solidFill>
                  <a:schemeClr val="bg2"/>
                </a:solidFill>
              </a:rPr>
              <a:t>Llama-3 Vision-Language Model</a:t>
            </a:r>
          </a:p>
          <a:p>
            <a:pPr marL="457200" indent="-457200" algn="ctr" fontAlgn="base">
              <a:buFont typeface="Arial" panose="020B0604020202020204" pitchFamily="34" charset="0"/>
              <a:buChar char="•"/>
            </a:pPr>
            <a:endParaRPr lang="en-IN" sz="4800" b="0" i="0" dirty="0">
              <a:solidFill>
                <a:schemeClr val="bg2"/>
              </a:solidFill>
              <a:effectLst/>
              <a:latin typeface="Proxima Nova" panose="02000506030000020004" pitchFamily="50" charset="0"/>
            </a:endParaRPr>
          </a:p>
          <a:p>
            <a:pPr algn="ctr" fontAlgn="base"/>
            <a:r>
              <a:rPr lang="en-US" sz="4800" b="1" i="0" dirty="0">
                <a:solidFill>
                  <a:schemeClr val="bg2"/>
                </a:solidFill>
                <a:effectLst/>
                <a:latin typeface="Proxima Nova" panose="02000506030000020004" pitchFamily="50" charset="0"/>
              </a:rPr>
              <a:t>Geospatial Tools</a:t>
            </a:r>
          </a:p>
          <a:p>
            <a:pPr algn="ctr" fontAlgn="base"/>
            <a:endParaRPr lang="en-US" sz="4800" dirty="0">
              <a:solidFill>
                <a:schemeClr val="bg2"/>
              </a:solidFill>
              <a:latin typeface="Proxima Nova" panose="02000506030000020004" pitchFamily="50" charset="0"/>
            </a:endParaRPr>
          </a:p>
          <a:p>
            <a:pPr algn="ctr" fontAlgn="base"/>
            <a:r>
              <a:rPr lang="en-US" sz="4800" b="0" i="0" dirty="0">
                <a:solidFill>
                  <a:schemeClr val="bg2"/>
                </a:solidFill>
                <a:effectLst/>
                <a:latin typeface="Proxima Nova" panose="02000506030000020004" pitchFamily="50" charset="0"/>
              </a:rPr>
              <a:t> </a:t>
            </a:r>
            <a:r>
              <a:rPr lang="en-US" sz="4800" i="0" dirty="0">
                <a:solidFill>
                  <a:schemeClr val="bg2"/>
                </a:solidFill>
                <a:effectLst/>
                <a:latin typeface="Proxima Nova" panose="02000506030000020004" pitchFamily="50" charset="0"/>
              </a:rPr>
              <a:t>OpenStreetMap APIs </a:t>
            </a:r>
            <a:r>
              <a:rPr lang="en-US" sz="4800" i="0" dirty="0" err="1">
                <a:solidFill>
                  <a:schemeClr val="bg2"/>
                </a:solidFill>
                <a:effectLst/>
                <a:latin typeface="Proxima Nova" panose="02000506030000020004" pitchFamily="50" charset="0"/>
              </a:rPr>
              <a:t>OSRM</a:t>
            </a:r>
            <a:r>
              <a:rPr lang="en-US" sz="4800" i="0" dirty="0">
                <a:solidFill>
                  <a:schemeClr val="bg2"/>
                </a:solidFill>
                <a:effectLst/>
                <a:latin typeface="Proxima Nova" panose="02000506030000020004" pitchFamily="50" charset="0"/>
              </a:rPr>
              <a:t> Routing</a:t>
            </a:r>
          </a:p>
          <a:p>
            <a:pPr algn="ctr" fontAlgn="base"/>
            <a:r>
              <a:rPr lang="en-US" sz="4800" i="0" dirty="0">
                <a:solidFill>
                  <a:schemeClr val="bg2"/>
                </a:solidFill>
                <a:effectLst/>
                <a:latin typeface="Proxima Nova" panose="02000506030000020004" pitchFamily="50" charset="0"/>
              </a:rPr>
              <a:t> Overpass API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0ADE2CB-B8BD-4ED5-B470-A8B32E41E829}"/>
              </a:ext>
            </a:extLst>
          </p:cNvPr>
          <p:cNvSpPr txBox="1">
            <a:spLocks/>
          </p:cNvSpPr>
          <p:nvPr/>
        </p:nvSpPr>
        <p:spPr>
          <a:xfrm>
            <a:off x="609600" y="3820866"/>
            <a:ext cx="6888615" cy="2569067"/>
          </a:xfrm>
          <a:prstGeom prst="rect">
            <a:avLst/>
          </a:prstGeom>
        </p:spPr>
        <p:txBody>
          <a:bodyPr vert="horz" wrap="square" lIns="0" tIns="13970" rIns="0" bIns="0" rtlCol="0">
            <a:noAutofit/>
          </a:bodyPr>
          <a:lstStyle>
            <a:lvl1pPr>
              <a:defRPr b="0" i="0"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12700" algn="ctr">
              <a:spcBef>
                <a:spcPts val="110"/>
              </a:spcBef>
            </a:pPr>
            <a:r>
              <a:rPr lang="en-US" sz="7200" kern="0" spc="1340" dirty="0">
                <a:solidFill>
                  <a:schemeClr val="bg1"/>
                </a:solidFill>
              </a:rPr>
              <a:t>Other technology</a:t>
            </a:r>
            <a:endParaRPr lang="en-US" sz="7200" kern="0" dirty="0">
              <a:solidFill>
                <a:schemeClr val="bg1"/>
              </a:solidFill>
            </a:endParaRP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69C4635C-445C-4A1E-9CBC-159253259480}"/>
              </a:ext>
            </a:extLst>
          </p:cNvPr>
          <p:cNvSpPr txBox="1"/>
          <p:nvPr/>
        </p:nvSpPr>
        <p:spPr>
          <a:xfrm>
            <a:off x="1258429" y="4597297"/>
            <a:ext cx="5174394" cy="5689703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algn="l" fontAlgn="base"/>
            <a:endParaRPr lang="en-US" sz="3200" b="0" i="0" dirty="0">
              <a:solidFill>
                <a:schemeClr val="bg1"/>
              </a:solidFill>
              <a:effectLst/>
              <a:latin typeface="Proxima Nova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25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5B24-BD6D-1404-578D-4CA890BB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52BE1859-8C5C-95FB-593C-ADF213123F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401800" y="2010251"/>
            <a:ext cx="4035425" cy="71913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5080">
              <a:lnSpc>
                <a:spcPct val="121900"/>
              </a:lnSpc>
              <a:spcBef>
                <a:spcPts val="95"/>
              </a:spcBef>
            </a:pPr>
            <a:r>
              <a:rPr lang="en-US" sz="4050" dirty="0">
                <a:solidFill>
                  <a:schemeClr val="bg1"/>
                </a:solidFill>
              </a:rPr>
              <a:t>Home Page</a:t>
            </a:r>
            <a:endParaRPr sz="4050" dirty="0">
              <a:solidFill>
                <a:schemeClr val="bg1"/>
              </a:solidFill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91B5083-8224-E31F-7212-58183185BDF1}"/>
              </a:ext>
            </a:extLst>
          </p:cNvPr>
          <p:cNvSpPr txBox="1"/>
          <p:nvPr/>
        </p:nvSpPr>
        <p:spPr>
          <a:xfrm>
            <a:off x="1219200" y="7448163"/>
            <a:ext cx="6006465" cy="6464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84375" algn="l"/>
              </a:tabLst>
            </a:pPr>
            <a:r>
              <a:rPr lang="en-US" sz="40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 Page with Chatbot</a:t>
            </a:r>
            <a:endParaRPr sz="40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C626251D-E87C-F96D-9E55-6563A0AB0C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7307F3-E972-B90E-A82E-9D6F69D6BAD8}"/>
              </a:ext>
            </a:extLst>
          </p:cNvPr>
          <p:cNvCxnSpPr/>
          <p:nvPr/>
        </p:nvCxnSpPr>
        <p:spPr>
          <a:xfrm>
            <a:off x="9982200" y="2781300"/>
            <a:ext cx="7366000" cy="0"/>
          </a:xfrm>
          <a:prstGeom prst="line">
            <a:avLst/>
          </a:prstGeom>
          <a:ln w="15875">
            <a:solidFill>
              <a:srgbClr val="AB05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A522AC-E01F-28E1-04D9-E884C2BBCD1A}"/>
              </a:ext>
            </a:extLst>
          </p:cNvPr>
          <p:cNvCxnSpPr/>
          <p:nvPr/>
        </p:nvCxnSpPr>
        <p:spPr>
          <a:xfrm>
            <a:off x="903908" y="8191500"/>
            <a:ext cx="7366000" cy="0"/>
          </a:xfrm>
          <a:prstGeom prst="line">
            <a:avLst/>
          </a:prstGeom>
          <a:ln w="15875">
            <a:solidFill>
              <a:srgbClr val="AB05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map of a university&#10;&#10;AI-generated content may be incorrect.">
            <a:extLst>
              <a:ext uri="{FF2B5EF4-FFF2-40B4-BE49-F238E27FC236}">
                <a16:creationId xmlns:a16="http://schemas.microsoft.com/office/drawing/2014/main" id="{4B76E7EA-FBFE-C9A0-8C5E-5BF36A167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" y="0"/>
            <a:ext cx="9114183" cy="5143500"/>
          </a:xfrm>
          <a:prstGeom prst="rect">
            <a:avLst/>
          </a:prstGeom>
        </p:spPr>
      </p:pic>
      <p:pic>
        <p:nvPicPr>
          <p:cNvPr id="6" name="Picture 5" descr="A map of a university of arizona navigation assistant&#10;&#10;AI-generated content may be incorrect.">
            <a:extLst>
              <a:ext uri="{FF2B5EF4-FFF2-40B4-BE49-F238E27FC236}">
                <a16:creationId xmlns:a16="http://schemas.microsoft.com/office/drawing/2014/main" id="{D8AF568E-8F19-30F2-20E3-CD5B53D28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1" y="51435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ap&#10;&#10;AI-generated content may be incorrect.">
            <a:extLst>
              <a:ext uri="{FF2B5EF4-FFF2-40B4-BE49-F238E27FC236}">
                <a16:creationId xmlns:a16="http://schemas.microsoft.com/office/drawing/2014/main" id="{A829F584-1406-25F3-3C47-8FA0276FD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5376581"/>
            <a:ext cx="8305800" cy="4640597"/>
          </a:xfrm>
          <a:prstGeom prst="rect">
            <a:avLst/>
          </a:prstGeom>
        </p:spPr>
      </p:pic>
      <p:pic>
        <p:nvPicPr>
          <p:cNvPr id="11" name="Picture 10" descr="A screenshot of a chatbot&#10;&#10;AI-generated content may be incorrect.">
            <a:extLst>
              <a:ext uri="{FF2B5EF4-FFF2-40B4-BE49-F238E27FC236}">
                <a16:creationId xmlns:a16="http://schemas.microsoft.com/office/drawing/2014/main" id="{A4709680-E0A8-E732-D760-3DE25B4F1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24460"/>
            <a:ext cx="8153400" cy="4344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AEE0FB-0C8D-8991-ED34-A26E2031946E}"/>
              </a:ext>
            </a:extLst>
          </p:cNvPr>
          <p:cNvSpPr txBox="1"/>
          <p:nvPr/>
        </p:nvSpPr>
        <p:spPr>
          <a:xfrm>
            <a:off x="11201400" y="2086535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2"/>
                </a:solidFill>
              </a:rPr>
              <a:t>Chatbot [Full Screen mode]</a:t>
            </a:r>
          </a:p>
        </p:txBody>
      </p:sp>
      <p:pic>
        <p:nvPicPr>
          <p:cNvPr id="16" name="Picture 15" descr="A screenshot of a chatbot">
            <a:extLst>
              <a:ext uri="{FF2B5EF4-FFF2-40B4-BE49-F238E27FC236}">
                <a16:creationId xmlns:a16="http://schemas.microsoft.com/office/drawing/2014/main" id="{7083610D-8188-FFC9-B3EB-ABFF1FFAC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552" y="5481730"/>
            <a:ext cx="8305800" cy="453544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D356A9-5125-8708-22CA-1AA1990A7D55}"/>
              </a:ext>
            </a:extLst>
          </p:cNvPr>
          <p:cNvCxnSpPr/>
          <p:nvPr/>
        </p:nvCxnSpPr>
        <p:spPr>
          <a:xfrm>
            <a:off x="10210800" y="2857500"/>
            <a:ext cx="7366000" cy="0"/>
          </a:xfrm>
          <a:prstGeom prst="line">
            <a:avLst/>
          </a:prstGeom>
          <a:ln w="15875">
            <a:solidFill>
              <a:srgbClr val="AB05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06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7234" y="0"/>
            <a:ext cx="9930766" cy="10298065"/>
          </a:xfrm>
          <a:custGeom>
            <a:avLst/>
            <a:gdLst/>
            <a:ahLst/>
            <a:cxnLst/>
            <a:rect l="l" t="t" r="r" b="b"/>
            <a:pathLst>
              <a:path w="9931400" h="10287000">
                <a:moveTo>
                  <a:pt x="0" y="10286999"/>
                </a:moveTo>
                <a:lnTo>
                  <a:pt x="9931040" y="10286999"/>
                </a:lnTo>
                <a:lnTo>
                  <a:pt x="9931040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0C23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11718" y="3162722"/>
            <a:ext cx="4273550" cy="5173211"/>
          </a:xfrm>
          <a:prstGeom prst="rect">
            <a:avLst/>
          </a:prstGeom>
        </p:spPr>
        <p:txBody>
          <a:bodyPr vert="horz" wrap="square" lIns="0" tIns="86360" rIns="0" bIns="0" rtlCol="0">
            <a:noAutofit/>
          </a:bodyPr>
          <a:lstStyle/>
          <a:p>
            <a:pPr marL="584200" indent="-571500">
              <a:lnSpc>
                <a:spcPct val="100000"/>
              </a:lnSpc>
              <a:spcBef>
                <a:spcPts val="585"/>
              </a:spcBef>
              <a:buClr>
                <a:srgbClr val="AB0520"/>
              </a:buClr>
              <a:buFont typeface="Arial" panose="020B0604020202020204" pitchFamily="34" charset="0"/>
              <a:buChar char="•"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1718" y="2247900"/>
            <a:ext cx="5186045" cy="640715"/>
          </a:xfrm>
          <a:prstGeom prst="rect">
            <a:avLst/>
          </a:prstGeom>
        </p:spPr>
        <p:txBody>
          <a:bodyPr vert="horz" wrap="square" lIns="0" tIns="1714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40305" algn="l"/>
                <a:tab pos="3320415" algn="l"/>
              </a:tabLst>
            </a:pP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8357234" cy="10287000"/>
          </a:xfrm>
          <a:custGeom>
            <a:avLst/>
            <a:gdLst/>
            <a:ahLst/>
            <a:cxnLst/>
            <a:rect l="l" t="t" r="r" b="b"/>
            <a:pathLst>
              <a:path w="8357234" h="10287000">
                <a:moveTo>
                  <a:pt x="0" y="10286998"/>
                </a:moveTo>
                <a:lnTo>
                  <a:pt x="0" y="0"/>
                </a:lnTo>
                <a:lnTo>
                  <a:pt x="8356958" y="0"/>
                </a:lnTo>
                <a:lnTo>
                  <a:pt x="8356958" y="10286998"/>
                </a:lnTo>
                <a:lnTo>
                  <a:pt x="0" y="10286998"/>
                </a:lnTo>
                <a:close/>
              </a:path>
            </a:pathLst>
          </a:custGeom>
          <a:solidFill>
            <a:srgbClr val="1D52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09203" y="4029663"/>
            <a:ext cx="5923280" cy="2249805"/>
          </a:xfrm>
          <a:prstGeom prst="rect">
            <a:avLst/>
          </a:prstGeom>
        </p:spPr>
        <p:txBody>
          <a:bodyPr vert="horz" wrap="square" lIns="0" tIns="137160" rIns="0" bIns="0" rtlCol="0">
            <a:noAutofit/>
          </a:bodyPr>
          <a:lstStyle/>
          <a:p>
            <a:pPr marR="5080" algn="ctr">
              <a:lnSpc>
                <a:spcPct val="100000"/>
              </a:lnSpc>
              <a:spcBef>
                <a:spcPts val="1080"/>
              </a:spcBef>
            </a:pPr>
            <a:r>
              <a:rPr lang="en-IN" sz="6450" spc="3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</a:t>
            </a:r>
          </a:p>
          <a:p>
            <a:pPr marR="5080" algn="ctr">
              <a:lnSpc>
                <a:spcPct val="100000"/>
              </a:lnSpc>
              <a:spcBef>
                <a:spcPts val="1080"/>
              </a:spcBef>
            </a:pPr>
            <a:r>
              <a:rPr lang="en-IN" sz="6450" spc="3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6500" spc="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274D3870-13BF-F347-BDDD-C9E2A6FE77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80" y="9252585"/>
            <a:ext cx="1962760" cy="462915"/>
          </a:xfrm>
          <a:prstGeom prst="rect">
            <a:avLst/>
          </a:prstGeom>
        </p:spPr>
      </p:pic>
      <p:pic>
        <p:nvPicPr>
          <p:cNvPr id="13" name="Picture 12" descr="A screenshot of a chat&#10;&#10;AI-generated content may be incorrect.">
            <a:extLst>
              <a:ext uri="{FF2B5EF4-FFF2-40B4-BE49-F238E27FC236}">
                <a16:creationId xmlns:a16="http://schemas.microsoft.com/office/drawing/2014/main" id="{E35947BB-6D3D-C79D-B712-DFA096937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351" y="342900"/>
            <a:ext cx="8144650" cy="9601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 idx="4294967295"/>
          </p:nvPr>
        </p:nvSpPr>
        <p:spPr>
          <a:xfrm>
            <a:off x="4710112" y="3948113"/>
            <a:ext cx="8867775" cy="938212"/>
          </a:xfrm>
          <a:prstGeom prst="rect">
            <a:avLst/>
          </a:prstGeom>
        </p:spPr>
        <p:txBody>
          <a:bodyPr vert="horz" wrap="square" lIns="0" tIns="15240" rIns="0" bIns="0" rtlCol="0">
            <a:noAutofit/>
          </a:bodyPr>
          <a:lstStyle/>
          <a:p>
            <a:pPr marL="15240" algn="ctr">
              <a:lnSpc>
                <a:spcPct val="100000"/>
              </a:lnSpc>
              <a:spcBef>
                <a:spcPts val="120"/>
              </a:spcBef>
            </a:pPr>
            <a:r>
              <a:rPr lang="en-US" sz="6600" dirty="0">
                <a:solidFill>
                  <a:schemeClr val="bg1"/>
                </a:solidFill>
              </a:rPr>
              <a:t>THANK YOU</a:t>
            </a:r>
            <a:endParaRPr sz="6600" dirty="0">
              <a:solidFill>
                <a:schemeClr val="bg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6554" y="5948879"/>
            <a:ext cx="5937885" cy="4826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833880" algn="l"/>
                <a:tab pos="2926715" algn="l"/>
              </a:tabLst>
            </a:pPr>
            <a:endParaRPr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Arizona">
  <a:themeElements>
    <a:clrScheme name="UArizona">
      <a:dk1>
        <a:srgbClr val="0C234B"/>
      </a:dk1>
      <a:lt1>
        <a:srgbClr val="FFFFFF"/>
      </a:lt1>
      <a:dk2>
        <a:srgbClr val="1F497D"/>
      </a:dk2>
      <a:lt2>
        <a:srgbClr val="FFFFFF"/>
      </a:lt2>
      <a:accent1>
        <a:srgbClr val="25669A"/>
      </a:accent1>
      <a:accent2>
        <a:srgbClr val="BB1B29"/>
      </a:accent2>
      <a:accent3>
        <a:srgbClr val="EF4056"/>
      </a:accent3>
      <a:accent4>
        <a:srgbClr val="90DAEF"/>
      </a:accent4>
      <a:accent5>
        <a:srgbClr val="25669A"/>
      </a:accent5>
      <a:accent6>
        <a:srgbClr val="1E5188"/>
      </a:accent6>
      <a:hlink>
        <a:srgbClr val="FFFFFF"/>
      </a:hlink>
      <a:folHlink>
        <a:srgbClr val="BB1B2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rizona" id="{F050E6FF-45A1-C64D-8D05-41DFF266D74B}" vid="{8061C59E-3A69-7A49-9391-6E80FFB84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UArizona</Template>
  <TotalTime>2022</TotalTime>
  <Words>258</Words>
  <Application>Microsoft Office PowerPoint</Application>
  <PresentationFormat>Custom</PresentationFormat>
  <Paragraphs>72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Bradley Hand ITC</vt:lpstr>
      <vt:lpstr>Calibri</vt:lpstr>
      <vt:lpstr>Proxima Nova</vt:lpstr>
      <vt:lpstr>UArizona</vt:lpstr>
      <vt:lpstr>THE UNIVERSITY OF ARIZONA – College of Information</vt:lpstr>
      <vt:lpstr>PowerPoint Presentation</vt:lpstr>
      <vt:lpstr>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 Page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UNIVERSITY OF ARIZONA – DEPARTMENT NAME</dc:title>
  <cp:lastModifiedBy>Sahana S</cp:lastModifiedBy>
  <cp:revision>38</cp:revision>
  <dcterms:created xsi:type="dcterms:W3CDTF">2021-02-22T16:48:29Z</dcterms:created>
  <dcterms:modified xsi:type="dcterms:W3CDTF">2025-04-28T19:58:22Z</dcterms:modified>
</cp:coreProperties>
</file>